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300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80" r:id="rId14"/>
    <p:sldId id="281" r:id="rId15"/>
    <p:sldId id="282" r:id="rId16"/>
    <p:sldId id="283" r:id="rId17"/>
    <p:sldId id="284" r:id="rId18"/>
    <p:sldId id="286" r:id="rId19"/>
    <p:sldId id="287" r:id="rId20"/>
    <p:sldId id="288" r:id="rId21"/>
    <p:sldId id="289" r:id="rId22"/>
    <p:sldId id="290" r:id="rId23"/>
    <p:sldId id="292" r:id="rId24"/>
    <p:sldId id="295" r:id="rId25"/>
    <p:sldId id="296" r:id="rId26"/>
    <p:sldId id="297" r:id="rId27"/>
    <p:sldId id="298" r:id="rId28"/>
    <p:sldId id="299" r:id="rId29"/>
    <p:sldId id="278" r:id="rId30"/>
    <p:sldId id="27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90" d="100"/>
          <a:sy n="90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75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07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04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67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73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48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86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5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37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9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2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831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860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875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75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220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47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27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1807778"/>
            <a:ext cx="6815669" cy="1515533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</a:t>
            </a:r>
            <a:r>
              <a:rPr lang="en-US" dirty="0"/>
              <a:t>8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Настройка </a:t>
            </a:r>
            <a:r>
              <a:rPr lang="en-US" sz="2800" dirty="0"/>
              <a:t>SMTP-</a:t>
            </a:r>
            <a:r>
              <a:rPr lang="ru-RU" sz="2800" dirty="0"/>
              <a:t>сервера</a:t>
            </a:r>
            <a:br>
              <a:rPr lang="ru-RU" sz="5400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909" y="3957934"/>
            <a:ext cx="10572000" cy="1421612"/>
          </a:xfrm>
        </p:spPr>
        <p:txBody>
          <a:bodyPr>
            <a:normAutofit fontScale="85000" lnSpcReduction="2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Пакавира Арсениу Висенте Луиш</a:t>
            </a:r>
            <a:endParaRPr lang="ru-RU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0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0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0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r>
              <a:rPr lang="ru-RU" sz="20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ru-RU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(Lab </a:t>
            </a:r>
            <a:r>
              <a:rPr lang="en-US" sz="20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8</a:t>
            </a:r>
            <a:r>
              <a:rPr lang="ru-RU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  <a:endParaRPr lang="ru-RU" sz="20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endParaRPr lang="ru-RU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20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99776-2FBD-41CA-8D9F-313A8B4DF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363" y="2556932"/>
            <a:ext cx="9026233" cy="1230554"/>
          </a:xfrm>
        </p:spPr>
        <p:txBody>
          <a:bodyPr/>
          <a:lstStyle/>
          <a:p>
            <a:pPr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приобретение практических навыков по установке и конфигурированию </a:t>
            </a:r>
            <a:r>
              <a:rPr lang="en-US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SMTP</a:t>
            </a:r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сервера.</a:t>
            </a:r>
            <a:endParaRPr lang="fr-FR" sz="1800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5C23C89-C3D6-41E6-80F0-358156F838CE}"/>
              </a:ext>
            </a:extLst>
          </p:cNvPr>
          <p:cNvSpPr txBox="1">
            <a:spLocks/>
          </p:cNvSpPr>
          <p:nvPr/>
        </p:nvSpPr>
        <p:spPr>
          <a:xfrm>
            <a:off x="810000" y="1080847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/>
              <a:t>Цель работы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84" y="1149435"/>
            <a:ext cx="10571998" cy="97045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Postfix</a:t>
            </a: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410CA56-958D-4631-9DCA-44EB9628BDF8}"/>
              </a:ext>
            </a:extLst>
          </p:cNvPr>
          <p:cNvSpPr txBox="1">
            <a:spLocks/>
          </p:cNvSpPr>
          <p:nvPr/>
        </p:nvSpPr>
        <p:spPr>
          <a:xfrm>
            <a:off x="898709" y="5821544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1.1. </a:t>
            </a:r>
            <a:r>
              <a:rPr lang="ru-RU" dirty="0"/>
              <a:t>Открытие режима суперпользователя и установка пакета </a:t>
            </a:r>
            <a:r>
              <a:rPr lang="en-US" dirty="0"/>
              <a:t>postfix</a:t>
            </a:r>
            <a:r>
              <a:rPr lang="ru-RU" dirty="0"/>
              <a:t>.</a:t>
            </a:r>
          </a:p>
        </p:txBody>
      </p:sp>
      <p:pic>
        <p:nvPicPr>
          <p:cNvPr id="8" name="Объект 7" descr="Изображение выглядит как текст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EA82AF6-9904-1ECC-C709-1F0F92165E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113" y="2557463"/>
            <a:ext cx="4073774" cy="3317875"/>
          </a:xfrm>
        </p:spPr>
      </p:pic>
    </p:spTree>
    <p:extLst>
      <p:ext uri="{BB962C8B-B14F-4D97-AF65-F5344CB8AC3E}">
        <p14:creationId xmlns:p14="http://schemas.microsoft.com/office/powerpoint/2010/main" val="1281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224147B-5BDF-4B0D-9A95-9E9B6D9005C7}"/>
              </a:ext>
            </a:extLst>
          </p:cNvPr>
          <p:cNvSpPr txBox="1">
            <a:spLocks/>
          </p:cNvSpPr>
          <p:nvPr/>
        </p:nvSpPr>
        <p:spPr>
          <a:xfrm>
            <a:off x="192461" y="5745740"/>
            <a:ext cx="12093677" cy="65273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1.2. </a:t>
            </a:r>
            <a:r>
              <a:rPr lang="ru-RU" dirty="0"/>
              <a:t>Установка пакета </a:t>
            </a:r>
            <a:r>
              <a:rPr lang="en-US" dirty="0"/>
              <a:t>s</a:t>
            </a:r>
            <a:r>
              <a:rPr lang="ru-RU" dirty="0"/>
              <a:t>-</a:t>
            </a:r>
            <a:r>
              <a:rPr lang="en-US" dirty="0"/>
              <a:t>nail</a:t>
            </a:r>
            <a:r>
              <a:rPr lang="ru-RU" dirty="0"/>
              <a:t>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FFF64DC-E34F-42C8-A35F-41C1FD69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8" y="1307178"/>
            <a:ext cx="10571998" cy="97045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7" name="Объект 6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5E473F2-BF67-83B0-F50C-AC4ACAE99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359" y="2557463"/>
            <a:ext cx="6617282" cy="3317875"/>
          </a:xfrm>
        </p:spPr>
      </p:pic>
    </p:spTree>
    <p:extLst>
      <p:ext uri="{BB962C8B-B14F-4D97-AF65-F5344CB8AC3E}">
        <p14:creationId xmlns:p14="http://schemas.microsoft.com/office/powerpoint/2010/main" val="423675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3204044-87F2-49AA-B835-A556F6EF83EB}"/>
              </a:ext>
            </a:extLst>
          </p:cNvPr>
          <p:cNvSpPr txBox="1">
            <a:spLocks/>
          </p:cNvSpPr>
          <p:nvPr/>
        </p:nvSpPr>
        <p:spPr>
          <a:xfrm>
            <a:off x="687333" y="5737707"/>
            <a:ext cx="10940160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1.3. </a:t>
            </a:r>
            <a:r>
              <a:rPr lang="ru-RU" dirty="0"/>
              <a:t>Конфигурирование межсетевого экрана, разрешив работать службе протокола SMTP. Восстановление контекста безопасности в </a:t>
            </a:r>
            <a:r>
              <a:rPr lang="ru-RU" dirty="0" err="1"/>
              <a:t>SELinux</a:t>
            </a:r>
            <a:r>
              <a:rPr lang="ru-RU" dirty="0"/>
              <a:t> и запуск </a:t>
            </a:r>
            <a:r>
              <a:rPr lang="en-US" dirty="0"/>
              <a:t>Postfix</a:t>
            </a:r>
            <a:r>
              <a:rPr lang="ru-RU" dirty="0"/>
              <a:t>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E140AE9-C5E7-4FE1-A701-186D5CE0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14" y="1112021"/>
            <a:ext cx="10571998" cy="970450"/>
          </a:xfrm>
        </p:spPr>
        <p:txBody>
          <a:bodyPr/>
          <a:lstStyle/>
          <a:p>
            <a:r>
              <a:rPr lang="ru-RU" dirty="0"/>
              <a:t>Установка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A7BD9B-94BD-4902-BA87-B9414A2AB4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98" y="2594266"/>
            <a:ext cx="9245221" cy="3090301"/>
          </a:xfrm>
        </p:spPr>
      </p:pic>
    </p:spTree>
    <p:extLst>
      <p:ext uri="{BB962C8B-B14F-4D97-AF65-F5344CB8AC3E}">
        <p14:creationId xmlns:p14="http://schemas.microsoft.com/office/powerpoint/2010/main" val="1206283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EFB2B92-7962-41F5-B1AE-2AED08ADF21A}"/>
              </a:ext>
            </a:extLst>
          </p:cNvPr>
          <p:cNvSpPr txBox="1">
            <a:spLocks/>
          </p:cNvSpPr>
          <p:nvPr/>
        </p:nvSpPr>
        <p:spPr>
          <a:xfrm>
            <a:off x="408295" y="4746207"/>
            <a:ext cx="11375410" cy="144509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2.1. </a:t>
            </a:r>
            <a:r>
              <a:rPr lang="ru-RU" dirty="0"/>
              <a:t>Просмотр списка текущих настроек </a:t>
            </a:r>
            <a:r>
              <a:rPr lang="ru-RU" dirty="0" err="1"/>
              <a:t>Postfi</a:t>
            </a:r>
            <a:r>
              <a:rPr lang="en-US" dirty="0"/>
              <a:t>x</a:t>
            </a:r>
            <a:r>
              <a:rPr lang="ru-RU" dirty="0"/>
              <a:t>, текущего значения параметра </a:t>
            </a:r>
            <a:r>
              <a:rPr lang="ru-RU" dirty="0" err="1"/>
              <a:t>myorigin</a:t>
            </a:r>
            <a:r>
              <a:rPr lang="ru-RU" dirty="0"/>
              <a:t> и текущего значения параметра </a:t>
            </a:r>
            <a:r>
              <a:rPr lang="ru-RU" dirty="0" err="1"/>
              <a:t>mydomain</a:t>
            </a:r>
            <a:r>
              <a:rPr lang="ru-RU" dirty="0"/>
              <a:t>. Замена значения параметра </a:t>
            </a:r>
            <a:r>
              <a:rPr lang="ru-RU" dirty="0" err="1"/>
              <a:t>myorigin</a:t>
            </a:r>
            <a:r>
              <a:rPr lang="ru-RU" dirty="0"/>
              <a:t> на значение параметра </a:t>
            </a:r>
            <a:r>
              <a:rPr lang="ru-RU" dirty="0" err="1"/>
              <a:t>mydomain</a:t>
            </a:r>
            <a:r>
              <a:rPr lang="ru-RU" dirty="0"/>
              <a:t> и выполнение проверки.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63B055F-F7F5-4839-B97F-BABCBE0B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020" y="1060233"/>
            <a:ext cx="11224685" cy="970450"/>
          </a:xfrm>
        </p:spPr>
        <p:txBody>
          <a:bodyPr>
            <a:normAutofit/>
          </a:bodyPr>
          <a:lstStyle/>
          <a:p>
            <a:r>
              <a:rPr lang="ru-RU" sz="3600" dirty="0"/>
              <a:t>Изменение параметров </a:t>
            </a:r>
            <a:r>
              <a:rPr lang="ru-RU" sz="3600" dirty="0" err="1"/>
              <a:t>Postfix</a:t>
            </a:r>
            <a:r>
              <a:rPr lang="ru-RU" sz="3600" dirty="0"/>
              <a:t> с помощью </a:t>
            </a:r>
            <a:r>
              <a:rPr lang="ru-RU" sz="3600" dirty="0" err="1"/>
              <a:t>postconf</a:t>
            </a:r>
            <a:endParaRPr lang="ru-RU" sz="3600" dirty="0"/>
          </a:p>
        </p:txBody>
      </p:sp>
      <p:pic>
        <p:nvPicPr>
          <p:cNvPr id="7" name="Объект 6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D2BA3C4-485A-3F9A-DBE7-CF69031E2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228" y="2461738"/>
            <a:ext cx="8586595" cy="2344622"/>
          </a:xfrm>
        </p:spPr>
      </p:pic>
    </p:spTree>
    <p:extLst>
      <p:ext uri="{BB962C8B-B14F-4D97-AF65-F5344CB8AC3E}">
        <p14:creationId xmlns:p14="http://schemas.microsoft.com/office/powerpoint/2010/main" val="286022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821427F-BBF1-44D9-8FCD-BF40F95FB8FE}"/>
              </a:ext>
            </a:extLst>
          </p:cNvPr>
          <p:cNvSpPr txBox="1">
            <a:spLocks/>
          </p:cNvSpPr>
          <p:nvPr/>
        </p:nvSpPr>
        <p:spPr>
          <a:xfrm>
            <a:off x="75062" y="5945596"/>
            <a:ext cx="11601855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2.2. </a:t>
            </a:r>
            <a:r>
              <a:rPr lang="ru-RU" dirty="0"/>
              <a:t>Проверка корректности содержания конфигурационного файла main.cf, перезагрузка конфигурационных файлов </a:t>
            </a:r>
            <a:r>
              <a:rPr lang="ru-RU" dirty="0" err="1"/>
              <a:t>Postfix</a:t>
            </a:r>
            <a:r>
              <a:rPr lang="ru-RU" dirty="0"/>
              <a:t> и просмотр всех параметров с значением, отличным от значения по умолчанию.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8DE1A05A-95FF-42B0-906B-29469693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143" y="1114095"/>
            <a:ext cx="11224685" cy="970450"/>
          </a:xfrm>
        </p:spPr>
        <p:txBody>
          <a:bodyPr>
            <a:normAutofit/>
          </a:bodyPr>
          <a:lstStyle/>
          <a:p>
            <a:r>
              <a:rPr lang="ru-RU" sz="3600" dirty="0"/>
              <a:t>Изменение параметров </a:t>
            </a:r>
            <a:r>
              <a:rPr lang="ru-RU" sz="3600" dirty="0" err="1"/>
              <a:t>Postfix</a:t>
            </a:r>
            <a:r>
              <a:rPr lang="ru-RU" sz="3600" dirty="0"/>
              <a:t> с помощью </a:t>
            </a:r>
            <a:r>
              <a:rPr lang="ru-RU" sz="3600" dirty="0" err="1"/>
              <a:t>postconf</a:t>
            </a:r>
            <a:endParaRPr lang="ru-RU" sz="3600" dirty="0"/>
          </a:p>
        </p:txBody>
      </p:sp>
      <p:pic>
        <p:nvPicPr>
          <p:cNvPr id="5" name="Объект 4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6A4EF28-7A02-7BC8-292E-CFD600CD5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041" y="2158107"/>
            <a:ext cx="7004841" cy="3925970"/>
          </a:xfrm>
        </p:spPr>
      </p:pic>
    </p:spTree>
    <p:extLst>
      <p:ext uri="{BB962C8B-B14F-4D97-AF65-F5344CB8AC3E}">
        <p14:creationId xmlns:p14="http://schemas.microsoft.com/office/powerpoint/2010/main" val="3554309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67B4066-6BEA-4DF1-AF58-C3830BD462CF}"/>
              </a:ext>
            </a:extLst>
          </p:cNvPr>
          <p:cNvSpPr txBox="1">
            <a:spLocks/>
          </p:cNvSpPr>
          <p:nvPr/>
        </p:nvSpPr>
        <p:spPr>
          <a:xfrm>
            <a:off x="1023583" y="4697879"/>
            <a:ext cx="10404142" cy="121160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2.3. </a:t>
            </a:r>
            <a:r>
              <a:rPr lang="ru-RU" dirty="0"/>
              <a:t>Задаём жёстко значение домена, отключение IPv6 в списке разрешённых в работе </a:t>
            </a:r>
            <a:r>
              <a:rPr lang="ru-RU" dirty="0" err="1"/>
              <a:t>Postfix</a:t>
            </a:r>
            <a:r>
              <a:rPr lang="ru-RU" dirty="0"/>
              <a:t> протоколов и оставление только IPv4, перезагрузка конфигурации </a:t>
            </a:r>
            <a:r>
              <a:rPr lang="en-US" dirty="0"/>
              <a:t>Postfix</a:t>
            </a:r>
            <a:r>
              <a:rPr lang="ru-RU" dirty="0"/>
              <a:t>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A7A2A24-F256-49CE-BC15-065D89E1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179" y="1346107"/>
            <a:ext cx="10514163" cy="892126"/>
          </a:xfrm>
        </p:spPr>
        <p:txBody>
          <a:bodyPr>
            <a:noAutofit/>
          </a:bodyPr>
          <a:lstStyle/>
          <a:p>
            <a:r>
              <a:rPr lang="ru-RU" sz="3600" dirty="0"/>
              <a:t>Изменение параметров </a:t>
            </a:r>
            <a:r>
              <a:rPr lang="ru-RU" sz="3600" dirty="0" err="1"/>
              <a:t>Postfix</a:t>
            </a:r>
            <a:r>
              <a:rPr lang="ru-RU" sz="3600" dirty="0"/>
              <a:t> с помощью </a:t>
            </a:r>
            <a:r>
              <a:rPr lang="ru-RU" sz="3600" dirty="0" err="1"/>
              <a:t>postconf</a:t>
            </a:r>
            <a:endParaRPr lang="ru-RU" sz="3600" dirty="0"/>
          </a:p>
        </p:txBody>
      </p:sp>
      <p:pic>
        <p:nvPicPr>
          <p:cNvPr id="5" name="Объект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4877855-74E1-EADF-4154-B07BB1978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93" y="2413004"/>
            <a:ext cx="9814489" cy="2298111"/>
          </a:xfrm>
        </p:spPr>
      </p:pic>
    </p:spTree>
    <p:extLst>
      <p:ext uri="{BB962C8B-B14F-4D97-AF65-F5344CB8AC3E}">
        <p14:creationId xmlns:p14="http://schemas.microsoft.com/office/powerpoint/2010/main" val="153319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337DFC8-BA2C-434A-A18F-11A04C4EF077}"/>
              </a:ext>
            </a:extLst>
          </p:cNvPr>
          <p:cNvSpPr txBox="1">
            <a:spLocks/>
          </p:cNvSpPr>
          <p:nvPr/>
        </p:nvSpPr>
        <p:spPr>
          <a:xfrm>
            <a:off x="181896" y="4826791"/>
            <a:ext cx="11828206" cy="57237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3.1. </a:t>
            </a:r>
            <a:r>
              <a:rPr lang="ru-RU" dirty="0"/>
              <a:t>Отправка на сервере под учётной записью пользователя себе письма, используя утилиту </a:t>
            </a:r>
            <a:r>
              <a:rPr lang="ru-RU" dirty="0" err="1"/>
              <a:t>mail</a:t>
            </a:r>
            <a:r>
              <a:rPr lang="ru-RU" dirty="0"/>
              <a:t>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23CFD6A-8479-4DB7-8649-7D3A9020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37356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7" name="Объект 6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E2197E5-AACD-A2D2-9A60-83CBB3B9F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92" y="2323946"/>
            <a:ext cx="9618289" cy="2647026"/>
          </a:xfrm>
        </p:spPr>
      </p:pic>
    </p:spTree>
    <p:extLst>
      <p:ext uri="{BB962C8B-B14F-4D97-AF65-F5344CB8AC3E}">
        <p14:creationId xmlns:p14="http://schemas.microsoft.com/office/powerpoint/2010/main" val="1426218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CA00C30-D499-4755-AAC5-B53E77B7788E}"/>
              </a:ext>
            </a:extLst>
          </p:cNvPr>
          <p:cNvSpPr txBox="1">
            <a:spLocks/>
          </p:cNvSpPr>
          <p:nvPr/>
        </p:nvSpPr>
        <p:spPr>
          <a:xfrm>
            <a:off x="491509" y="5652634"/>
            <a:ext cx="11495580" cy="83108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3.2. </a:t>
            </a:r>
            <a:r>
              <a:rPr lang="ru-RU" dirty="0"/>
              <a:t>Запуск на втором терминале мониторинга работы почтовой службы и просмотр действий с сообщением.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60ADA56-7F3D-4688-8835-DCC816C7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982662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5" name="Объект 4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FE1304-6D8A-ABB0-E75E-A1DB60F53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078" y="1877970"/>
            <a:ext cx="6327842" cy="3849806"/>
          </a:xfrm>
        </p:spPr>
      </p:pic>
    </p:spTree>
    <p:extLst>
      <p:ext uri="{BB962C8B-B14F-4D97-AF65-F5344CB8AC3E}">
        <p14:creationId xmlns:p14="http://schemas.microsoft.com/office/powerpoint/2010/main" val="329094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D2022AF4-279A-443F-BAE0-DCD8BE9DBDC6}"/>
              </a:ext>
            </a:extLst>
          </p:cNvPr>
          <p:cNvSpPr txBox="1">
            <a:spLocks/>
          </p:cNvSpPr>
          <p:nvPr/>
        </p:nvSpPr>
        <p:spPr>
          <a:xfrm>
            <a:off x="81886" y="5804612"/>
            <a:ext cx="12280490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3.3. </a:t>
            </a:r>
            <a:r>
              <a:rPr lang="ru-RU" dirty="0"/>
              <a:t>Установка на клиенте необходимого пакета </a:t>
            </a:r>
            <a:r>
              <a:rPr lang="en-US" dirty="0"/>
              <a:t>postfix</a:t>
            </a:r>
            <a:r>
              <a:rPr lang="ru-RU" dirty="0"/>
              <a:t>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EAAA551-74AE-409B-BF64-35028353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32" y="1249397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9E2223-7DC9-476F-9CA9-7CDC0E2C0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969" y="2557463"/>
            <a:ext cx="5880061" cy="3317875"/>
          </a:xfrm>
        </p:spPr>
      </p:pic>
    </p:spTree>
    <p:extLst>
      <p:ext uri="{BB962C8B-B14F-4D97-AF65-F5344CB8AC3E}">
        <p14:creationId xmlns:p14="http://schemas.microsoft.com/office/powerpoint/2010/main" val="831676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98324" y="5754936"/>
            <a:ext cx="12093676" cy="66570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3.4. </a:t>
            </a:r>
            <a:r>
              <a:rPr lang="ru-RU" dirty="0"/>
              <a:t>Установка на клиенте необходимого пакета </a:t>
            </a:r>
            <a:r>
              <a:rPr lang="en-US" dirty="0"/>
              <a:t>s</a:t>
            </a:r>
            <a:r>
              <a:rPr lang="ru-RU" dirty="0"/>
              <a:t>-</a:t>
            </a:r>
            <a:r>
              <a:rPr lang="en-US" dirty="0"/>
              <a:t>nail</a:t>
            </a:r>
            <a:r>
              <a:rPr lang="ru-RU" dirty="0"/>
              <a:t>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2548A864-25F2-47F2-8BA8-7C7DE572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163" y="1041707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5" name="Объект 4" descr="Изображение выглядит как текст, снимок экрана, программное обеспечение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EE74B41-A799-99F5-DE5C-4B5294D3A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317" y="2224609"/>
            <a:ext cx="7026208" cy="3780920"/>
          </a:xfrm>
        </p:spPr>
      </p:pic>
    </p:spTree>
    <p:extLst>
      <p:ext uri="{BB962C8B-B14F-4D97-AF65-F5344CB8AC3E}">
        <p14:creationId xmlns:p14="http://schemas.microsoft.com/office/powerpoint/2010/main" val="2107632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1295398" y="4648620"/>
            <a:ext cx="9601200" cy="16538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3.5.</a:t>
            </a:r>
            <a:r>
              <a:rPr lang="ru-RU" dirty="0"/>
              <a:t> Отключение IPv6 в списке разрешённых в работе </a:t>
            </a:r>
            <a:r>
              <a:rPr lang="ru-RU" dirty="0" err="1"/>
              <a:t>Postfix</a:t>
            </a:r>
            <a:r>
              <a:rPr lang="ru-RU" dirty="0"/>
              <a:t> протоколов (только IPv4), запуск на клиенте </a:t>
            </a:r>
            <a:r>
              <a:rPr lang="en-US" dirty="0"/>
              <a:t>Postfix</a:t>
            </a:r>
            <a:r>
              <a:rPr lang="ru-RU" dirty="0"/>
              <a:t>. Отправка себе второго письма, используя утилиту </a:t>
            </a:r>
            <a:r>
              <a:rPr lang="ru-RU" dirty="0" err="1"/>
              <a:t>mail</a:t>
            </a:r>
            <a:r>
              <a:rPr lang="ru-RU" dirty="0"/>
              <a:t>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56D5853-DD19-46A5-9C2E-D1D655BC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9" y="1296130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6F25D66-32EB-8C6F-AC8F-D71A9277D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32" y="2520851"/>
            <a:ext cx="9193333" cy="2070570"/>
          </a:xfrm>
        </p:spPr>
      </p:pic>
    </p:spTree>
    <p:extLst>
      <p:ext uri="{BB962C8B-B14F-4D97-AF65-F5344CB8AC3E}">
        <p14:creationId xmlns:p14="http://schemas.microsoft.com/office/powerpoint/2010/main" val="2399478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79978" y="5066830"/>
            <a:ext cx="12182168" cy="119461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3.6. </a:t>
            </a:r>
            <a:r>
              <a:rPr lang="ru-RU" dirty="0"/>
              <a:t>Запуск мониторинга работы почтовой службы.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E2E7DB9-6144-44E2-A028-1416C9F2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063" y="990091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52ED138-2A66-C070-A110-9B439C434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054" y="1750829"/>
            <a:ext cx="6693182" cy="3795950"/>
          </a:xfrm>
        </p:spPr>
      </p:pic>
    </p:spTree>
    <p:extLst>
      <p:ext uri="{BB962C8B-B14F-4D97-AF65-F5344CB8AC3E}">
        <p14:creationId xmlns:p14="http://schemas.microsoft.com/office/powerpoint/2010/main" val="1970418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5470401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3.7.</a:t>
            </a:r>
            <a:r>
              <a:rPr lang="ru-RU" dirty="0"/>
              <a:t> В конфигурации </a:t>
            </a:r>
            <a:r>
              <a:rPr lang="ru-RU" dirty="0" err="1"/>
              <a:t>Postfix</a:t>
            </a:r>
            <a:r>
              <a:rPr lang="ru-RU" dirty="0"/>
              <a:t> на сервере просмотрим значения параметров сетевых интерфейсов </a:t>
            </a:r>
            <a:r>
              <a:rPr lang="ru-RU" dirty="0" err="1"/>
              <a:t>inet_interfaces</a:t>
            </a:r>
            <a:r>
              <a:rPr lang="ru-RU" dirty="0"/>
              <a:t> и сетевых адресов </a:t>
            </a:r>
            <a:r>
              <a:rPr lang="ru-RU" dirty="0" err="1"/>
              <a:t>mynetworks</a:t>
            </a:r>
            <a:r>
              <a:rPr lang="ru-RU" dirty="0"/>
              <a:t>, разрешение </a:t>
            </a:r>
            <a:r>
              <a:rPr lang="ru-RU" dirty="0" err="1"/>
              <a:t>Postfix</a:t>
            </a:r>
            <a:r>
              <a:rPr lang="ru-RU" dirty="0"/>
              <a:t> прослушивать соединения не только с локального узла, но и с других интерфейсов сети. Добавление адреса внутренней сети. Перезагрузка конфигурации </a:t>
            </a:r>
            <a:r>
              <a:rPr lang="ru-RU" dirty="0" err="1"/>
              <a:t>Postfix</a:t>
            </a:r>
            <a:r>
              <a:rPr lang="ru-RU" dirty="0"/>
              <a:t> и перезапуск </a:t>
            </a:r>
            <a:r>
              <a:rPr lang="ru-RU" dirty="0" err="1"/>
              <a:t>Postfix</a:t>
            </a:r>
            <a:r>
              <a:rPr lang="ru-RU" dirty="0"/>
              <a:t>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810B1D9-B0F3-451D-B6B6-6135B24E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14724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7" name="Объект 6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3D02584-5787-9768-CC7C-E39E290B7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033" y="1425388"/>
            <a:ext cx="8686308" cy="4045014"/>
          </a:xfrm>
        </p:spPr>
      </p:pic>
    </p:spTree>
    <p:extLst>
      <p:ext uri="{BB962C8B-B14F-4D97-AF65-F5344CB8AC3E}">
        <p14:creationId xmlns:p14="http://schemas.microsoft.com/office/powerpoint/2010/main" val="865303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4219825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3.8. </a:t>
            </a:r>
            <a:r>
              <a:rPr lang="ru-RU" dirty="0"/>
              <a:t>Повторная отправка сообщения с клиента.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2F96057-1A6A-4C89-B273-33DD8B7A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1218444"/>
            <a:ext cx="10571998" cy="970450"/>
          </a:xfrm>
        </p:spPr>
        <p:txBody>
          <a:bodyPr/>
          <a:lstStyle/>
          <a:p>
            <a:r>
              <a:rPr lang="ru-RU" dirty="0"/>
              <a:t>Проверка работы </a:t>
            </a:r>
            <a:r>
              <a:rPr lang="en-US" dirty="0"/>
              <a:t>Postfix</a:t>
            </a:r>
            <a:endParaRPr lang="ru-RU" dirty="0"/>
          </a:p>
        </p:txBody>
      </p:sp>
      <p:pic>
        <p:nvPicPr>
          <p:cNvPr id="5" name="Объект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A94C7E2-F326-0E6A-D5B3-2F1B36C51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22" y="2423200"/>
            <a:ext cx="9472772" cy="2353840"/>
          </a:xfrm>
        </p:spPr>
      </p:pic>
    </p:spTree>
    <p:extLst>
      <p:ext uri="{BB962C8B-B14F-4D97-AF65-F5344CB8AC3E}">
        <p14:creationId xmlns:p14="http://schemas.microsoft.com/office/powerpoint/2010/main" val="4029249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78340" y="4047466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4.1. </a:t>
            </a:r>
            <a:r>
              <a:rPr lang="ru-RU" dirty="0"/>
              <a:t>Отправка с клиента письма на свой доменный адрес.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A1EF509-2273-4BBB-B5EB-332B31D5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341" y="1039777"/>
            <a:ext cx="10571998" cy="970450"/>
          </a:xfrm>
        </p:spPr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Postfix </a:t>
            </a:r>
            <a:r>
              <a:rPr lang="ru-RU" dirty="0"/>
              <a:t>для домена </a:t>
            </a:r>
          </a:p>
        </p:txBody>
      </p:sp>
      <p:pic>
        <p:nvPicPr>
          <p:cNvPr id="5" name="Объект 4" descr="Изображение выглядит как текст, снимок экрана, Шрифт, чер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058269D-CFAF-1DD1-D916-AD303974D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40" y="2619262"/>
            <a:ext cx="9678982" cy="1250324"/>
          </a:xfrm>
        </p:spPr>
      </p:pic>
    </p:spTree>
    <p:extLst>
      <p:ext uri="{BB962C8B-B14F-4D97-AF65-F5344CB8AC3E}">
        <p14:creationId xmlns:p14="http://schemas.microsoft.com/office/powerpoint/2010/main" val="223665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4019632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4.3. </a:t>
            </a:r>
            <a:r>
              <a:rPr lang="ru-RU" dirty="0"/>
              <a:t>Просмотр сообщений, ожидающих в очереди на отправление.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F7184CFC-14C2-4533-82CD-982F7DFE3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05157"/>
            <a:ext cx="10571998" cy="970450"/>
          </a:xfrm>
        </p:spPr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Postfix </a:t>
            </a:r>
            <a:r>
              <a:rPr lang="ru-RU" dirty="0"/>
              <a:t>для домена </a:t>
            </a:r>
          </a:p>
        </p:txBody>
      </p:sp>
      <p:pic>
        <p:nvPicPr>
          <p:cNvPr id="5" name="Объект 4" descr="Изображение выглядит как текст, снимок экрана, Шрифт, чер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688BBF2-E3E6-511F-CEC8-278D35C36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66" y="2524794"/>
            <a:ext cx="9429352" cy="1673178"/>
          </a:xfrm>
        </p:spPr>
      </p:pic>
    </p:spTree>
    <p:extLst>
      <p:ext uri="{BB962C8B-B14F-4D97-AF65-F5344CB8AC3E}">
        <p14:creationId xmlns:p14="http://schemas.microsoft.com/office/powerpoint/2010/main" val="2823017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5452084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4.4. </a:t>
            </a:r>
            <a:r>
              <a:rPr lang="ru-RU" dirty="0"/>
              <a:t>Запись MX-записи с указанием имени почтового сервера </a:t>
            </a:r>
            <a:r>
              <a:rPr lang="ru-RU" dirty="0" err="1"/>
              <a:t>mail</a:t>
            </a:r>
            <a:r>
              <a:rPr lang="ru-RU" dirty="0"/>
              <a:t>.</a:t>
            </a:r>
            <a:r>
              <a:rPr lang="en-US" dirty="0"/>
              <a:t>frank</a:t>
            </a:r>
            <a:r>
              <a:rPr lang="ru-RU" dirty="0"/>
              <a:t>.net в файле прямой DNS-зоны.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8D2A01A-57D0-459D-AD7C-BEE44450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05157"/>
            <a:ext cx="10571998" cy="970450"/>
          </a:xfrm>
        </p:spPr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Postfix </a:t>
            </a:r>
            <a:r>
              <a:rPr lang="ru-RU" dirty="0"/>
              <a:t>для домена 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CD3BCD-F132-BDDA-1C2A-1A720B03E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94" y="1375607"/>
            <a:ext cx="6375936" cy="4411111"/>
          </a:xfrm>
        </p:spPr>
      </p:pic>
    </p:spTree>
    <p:extLst>
      <p:ext uri="{BB962C8B-B14F-4D97-AF65-F5344CB8AC3E}">
        <p14:creationId xmlns:p14="http://schemas.microsoft.com/office/powerpoint/2010/main" val="3411891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5491412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4.5. </a:t>
            </a:r>
            <a:r>
              <a:rPr lang="ru-RU" dirty="0"/>
              <a:t>Запись MX-записи с указанием имени почтового сервера </a:t>
            </a:r>
            <a:r>
              <a:rPr lang="ru-RU" dirty="0" err="1"/>
              <a:t>mail</a:t>
            </a:r>
            <a:r>
              <a:rPr lang="ru-RU" dirty="0"/>
              <a:t>.</a:t>
            </a:r>
            <a:r>
              <a:rPr lang="en-US" dirty="0"/>
              <a:t>frank</a:t>
            </a:r>
            <a:r>
              <a:rPr lang="ru-RU" dirty="0"/>
              <a:t>.net в файле обратной DNS-зоны.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DFE004D-B320-47A8-8F1B-A7518CF85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05157"/>
            <a:ext cx="10571998" cy="970450"/>
          </a:xfrm>
        </p:spPr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Postfix </a:t>
            </a:r>
            <a:r>
              <a:rPr lang="ru-RU" dirty="0"/>
              <a:t>для домена 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BE2C508-E291-2F53-8D7B-97EC399EB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146" y="1375607"/>
            <a:ext cx="5786913" cy="4625616"/>
          </a:xfrm>
        </p:spPr>
      </p:pic>
    </p:spTree>
    <p:extLst>
      <p:ext uri="{BB962C8B-B14F-4D97-AF65-F5344CB8AC3E}">
        <p14:creationId xmlns:p14="http://schemas.microsoft.com/office/powerpoint/2010/main" val="1052282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545910" y="4000655"/>
            <a:ext cx="10571998" cy="226366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4.6.</a:t>
            </a:r>
            <a:r>
              <a:rPr lang="ru-RU" dirty="0"/>
              <a:t> Добавление в конфигурации </a:t>
            </a:r>
            <a:r>
              <a:rPr lang="ru-RU" dirty="0" err="1"/>
              <a:t>Postfix</a:t>
            </a:r>
            <a:r>
              <a:rPr lang="ru-RU" dirty="0"/>
              <a:t> домена в список элементов сети, для которых данный сервер является конечной точкой доставки почты.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344CEDE-D280-49F8-AE87-CA0E58DE6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05157"/>
            <a:ext cx="10571998" cy="970450"/>
          </a:xfrm>
        </p:spPr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Postfix </a:t>
            </a:r>
            <a:r>
              <a:rPr lang="ru-RU" dirty="0"/>
              <a:t>для домена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F8CF935-1B8D-41E1-3044-6620306B2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65" y="2388051"/>
            <a:ext cx="10289846" cy="970450"/>
          </a:xfrm>
        </p:spPr>
      </p:pic>
    </p:spTree>
    <p:extLst>
      <p:ext uri="{BB962C8B-B14F-4D97-AF65-F5344CB8AC3E}">
        <p14:creationId xmlns:p14="http://schemas.microsoft.com/office/powerpoint/2010/main" val="3860699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5584527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4.7. </a:t>
            </a:r>
            <a:r>
              <a:rPr lang="ru-RU" dirty="0"/>
              <a:t>Восстановление контекста безопасности в </a:t>
            </a:r>
            <a:r>
              <a:rPr lang="ru-RU" dirty="0" err="1"/>
              <a:t>SELinux</a:t>
            </a:r>
            <a:r>
              <a:rPr lang="ru-RU" dirty="0"/>
              <a:t>, перезапуск </a:t>
            </a:r>
            <a:r>
              <a:rPr lang="en-US" dirty="0"/>
              <a:t>DNS</a:t>
            </a:r>
            <a:r>
              <a:rPr lang="ru-RU" dirty="0"/>
              <a:t> и попытка отправки сообщений, находящихся в очереди на отправление.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D88D3D9-DA1A-45F2-AEF0-B8D7995C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05157"/>
            <a:ext cx="10571998" cy="970450"/>
          </a:xfrm>
        </p:spPr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Postfix </a:t>
            </a:r>
            <a:r>
              <a:rPr lang="ru-RU" dirty="0"/>
              <a:t>для домена </a:t>
            </a:r>
          </a:p>
        </p:txBody>
      </p:sp>
      <p:pic>
        <p:nvPicPr>
          <p:cNvPr id="5" name="Объект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0BBC2E6-CD73-2849-ED2C-2D0828187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4" y="2388055"/>
            <a:ext cx="10090983" cy="2452885"/>
          </a:xfrm>
        </p:spPr>
      </p:pic>
    </p:spTree>
    <p:extLst>
      <p:ext uri="{BB962C8B-B14F-4D97-AF65-F5344CB8AC3E}">
        <p14:creationId xmlns:p14="http://schemas.microsoft.com/office/powerpoint/2010/main" val="831400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5643153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4.9. </a:t>
            </a:r>
            <a:r>
              <a:rPr lang="ru-RU" dirty="0"/>
              <a:t>Проверка отправки почты с клиента на доменный адрес.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7B23B173-3766-44CD-9570-2FD0A24D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05157"/>
            <a:ext cx="10571998" cy="970450"/>
          </a:xfrm>
        </p:spPr>
        <p:txBody>
          <a:bodyPr/>
          <a:lstStyle/>
          <a:p>
            <a:r>
              <a:rPr lang="ru-RU" dirty="0"/>
              <a:t>Конфигурация </a:t>
            </a:r>
            <a:r>
              <a:rPr lang="en-US" dirty="0"/>
              <a:t>Postfix </a:t>
            </a:r>
            <a:r>
              <a:rPr lang="ru-RU" dirty="0"/>
              <a:t>для домена </a:t>
            </a:r>
          </a:p>
        </p:txBody>
      </p:sp>
      <p:pic>
        <p:nvPicPr>
          <p:cNvPr id="7" name="Объект 6" descr="Изображение выглядит как текст, снимок экрана, Шрифт, меню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052DD95-0E16-1536-9D2E-AF3C8AF5B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785" y="2673135"/>
            <a:ext cx="6306430" cy="3086531"/>
          </a:xfrm>
        </p:spPr>
      </p:pic>
    </p:spTree>
    <p:extLst>
      <p:ext uri="{BB962C8B-B14F-4D97-AF65-F5344CB8AC3E}">
        <p14:creationId xmlns:p14="http://schemas.microsoft.com/office/powerpoint/2010/main" val="1847853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54590" y="5533752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5.3. </a:t>
            </a:r>
            <a:r>
              <a:rPr lang="ru-RU" dirty="0"/>
              <a:t>Открытие файла на редактирование и добавление скрипта.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A1EF509-2273-4BBB-B5EB-332B31D5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975428"/>
            <a:ext cx="10571998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Внесение изменений в настройки внутреннего окружения виртуальной машины</a:t>
            </a:r>
          </a:p>
        </p:txBody>
      </p:sp>
      <p:pic>
        <p:nvPicPr>
          <p:cNvPr id="5" name="Объект 4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672A723-BB2A-BA61-FBF0-2C3A4E65F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844" y="2215877"/>
            <a:ext cx="4895156" cy="3719432"/>
          </a:xfrm>
        </p:spPr>
      </p:pic>
    </p:spTree>
    <p:extLst>
      <p:ext uri="{BB962C8B-B14F-4D97-AF65-F5344CB8AC3E}">
        <p14:creationId xmlns:p14="http://schemas.microsoft.com/office/powerpoint/2010/main" val="1756498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4384625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5.4. </a:t>
            </a:r>
            <a:r>
              <a:rPr lang="ru-RU" dirty="0"/>
              <a:t>Переход в каталог /</a:t>
            </a:r>
            <a:r>
              <a:rPr lang="ru-RU" dirty="0" err="1"/>
              <a:t>vagrant</a:t>
            </a:r>
            <a:r>
              <a:rPr lang="ru-RU" dirty="0"/>
              <a:t>/</a:t>
            </a:r>
            <a:r>
              <a:rPr lang="ru-RU" dirty="0" err="1"/>
              <a:t>provision</a:t>
            </a:r>
            <a:r>
              <a:rPr lang="ru-RU" dirty="0"/>
              <a:t>/</a:t>
            </a:r>
            <a:r>
              <a:rPr lang="en-US"/>
              <a:t>client</a:t>
            </a:r>
            <a:r>
              <a:rPr lang="ru-RU"/>
              <a:t>/ </a:t>
            </a:r>
            <a:r>
              <a:rPr lang="ru-RU" dirty="0"/>
              <a:t>на виртуальной машине </a:t>
            </a:r>
            <a:r>
              <a:rPr lang="en-US" dirty="0"/>
              <a:t>client </a:t>
            </a:r>
            <a:r>
              <a:rPr lang="ru-RU" dirty="0"/>
              <a:t>для внесения изменений в настройки внутреннего окружения. </a:t>
            </a:r>
            <a:r>
              <a:rPr lang="en-US" dirty="0"/>
              <a:t>C</a:t>
            </a:r>
            <a:r>
              <a:rPr lang="ru-RU" dirty="0" err="1"/>
              <a:t>оздание</a:t>
            </a:r>
            <a:r>
              <a:rPr lang="ru-RU" dirty="0"/>
              <a:t> исполняемого файла mail.sh.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A1EF509-2273-4BBB-B5EB-332B31D5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975428"/>
            <a:ext cx="10571998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Внесение изменений в настройки внутреннего окружения виртуальной машины</a:t>
            </a:r>
          </a:p>
        </p:txBody>
      </p:sp>
      <p:pic>
        <p:nvPicPr>
          <p:cNvPr id="5" name="Объект 4" descr="Изображение выглядит как текст, Шриф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CE797D6-731A-27D5-3438-85FBBECA7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913" y="2473375"/>
            <a:ext cx="6977875" cy="2264588"/>
          </a:xfrm>
        </p:spPr>
      </p:pic>
    </p:spTree>
    <p:extLst>
      <p:ext uri="{BB962C8B-B14F-4D97-AF65-F5344CB8AC3E}">
        <p14:creationId xmlns:p14="http://schemas.microsoft.com/office/powerpoint/2010/main" val="1353380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-2" y="5436676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5.5. </a:t>
            </a:r>
            <a:r>
              <a:rPr lang="ru-RU" dirty="0"/>
              <a:t>Открытие файла на редактирование и добавление скрипта.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A1EF509-2273-4BBB-B5EB-332B31D5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975428"/>
            <a:ext cx="10571998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Внесение изменений в настройки внутреннего окружения виртуальной машины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B08883F-18DF-E8FB-890A-B14C44EC9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085" y="2161199"/>
            <a:ext cx="8183539" cy="3600266"/>
          </a:xfrm>
        </p:spPr>
      </p:pic>
    </p:spTree>
    <p:extLst>
      <p:ext uri="{BB962C8B-B14F-4D97-AF65-F5344CB8AC3E}">
        <p14:creationId xmlns:p14="http://schemas.microsoft.com/office/powerpoint/2010/main" val="2440835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-2" y="5275148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5.6. </a:t>
            </a:r>
            <a:r>
              <a:rPr lang="ru-RU" dirty="0"/>
              <a:t>Добавление записи в </a:t>
            </a:r>
            <a:r>
              <a:rPr lang="ru-RU" dirty="0" err="1"/>
              <a:t>Vagrantfile</a:t>
            </a:r>
            <a:r>
              <a:rPr lang="ru-RU" dirty="0"/>
              <a:t> в разделе конфигураций для сервера.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A1EF509-2273-4BBB-B5EB-332B31D5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975428"/>
            <a:ext cx="10571998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Внесение изменений в настройки внутреннего окружения виртуальной машины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E9DB44-828B-48F0-A275-4AB1B4898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367" y="2557463"/>
            <a:ext cx="7231265" cy="3031295"/>
          </a:xfrm>
        </p:spPr>
      </p:pic>
    </p:spTree>
    <p:extLst>
      <p:ext uri="{BB962C8B-B14F-4D97-AF65-F5344CB8AC3E}">
        <p14:creationId xmlns:p14="http://schemas.microsoft.com/office/powerpoint/2010/main" val="227302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2DD1150-6CFD-4135-949B-1463C1FDDA40}"/>
              </a:ext>
            </a:extLst>
          </p:cNvPr>
          <p:cNvSpPr txBox="1">
            <a:spLocks/>
          </p:cNvSpPr>
          <p:nvPr/>
        </p:nvSpPr>
        <p:spPr>
          <a:xfrm>
            <a:off x="0" y="5417012"/>
            <a:ext cx="12192000" cy="121484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5.7.</a:t>
            </a:r>
            <a:r>
              <a:rPr lang="ru-RU" dirty="0"/>
              <a:t> Добавление записи в </a:t>
            </a:r>
            <a:r>
              <a:rPr lang="ru-RU" dirty="0" err="1"/>
              <a:t>Vagrantfile</a:t>
            </a:r>
            <a:r>
              <a:rPr lang="ru-RU" dirty="0"/>
              <a:t> в разделе конфигураций для клиента.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A1EF509-2273-4BBB-B5EB-332B31D5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975428"/>
            <a:ext cx="10571998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Внесение изменений в настройки внутреннего окружения виртуальной машины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B510318-07CB-45B8-BEC5-3ABDBCB33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633" y="2557464"/>
            <a:ext cx="6032725" cy="3239480"/>
          </a:xfrm>
        </p:spPr>
      </p:pic>
    </p:spTree>
    <p:extLst>
      <p:ext uri="{BB962C8B-B14F-4D97-AF65-F5344CB8AC3E}">
        <p14:creationId xmlns:p14="http://schemas.microsoft.com/office/powerpoint/2010/main" val="3662290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получены навыки по установке и конфигурированию </a:t>
            </a:r>
            <a:r>
              <a:rPr lang="en-US" dirty="0" err="1"/>
              <a:t>SMTPсервера</a:t>
            </a:r>
            <a:r>
              <a:rPr lang="en-US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548" y="3024129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i="1" dirty="0"/>
              <a:t>Спасибо за внимание</a:t>
            </a:r>
            <a:r>
              <a:rPr lang="en-US" sz="4800" i="1" dirty="0"/>
              <a:t> </a:t>
            </a:r>
            <a:r>
              <a:rPr lang="ru-RU" sz="4800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532</TotalTime>
  <Words>692</Words>
  <Application>Microsoft Office PowerPoint</Application>
  <PresentationFormat>Widescreen</PresentationFormat>
  <Paragraphs>62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Garamond</vt:lpstr>
      <vt:lpstr>Times New Roman</vt:lpstr>
      <vt:lpstr>Organic</vt:lpstr>
      <vt:lpstr>Лабораторная работа №8  Настройка SMTP-сервера </vt:lpstr>
      <vt:lpstr>Apresentação do PowerPoint</vt:lpstr>
      <vt:lpstr>Установка Postfix</vt:lpstr>
      <vt:lpstr>Установка Postfix</vt:lpstr>
      <vt:lpstr>Установка Postfix</vt:lpstr>
      <vt:lpstr>Изменение параметров Postfix с помощью postconf</vt:lpstr>
      <vt:lpstr>Изменение параметров Postfix с помощью postconf</vt:lpstr>
      <vt:lpstr>Изменение параметров Postfix с помощью postconf</vt:lpstr>
      <vt:lpstr>Проверка работы Postfix</vt:lpstr>
      <vt:lpstr>Проверка работы Postfix</vt:lpstr>
      <vt:lpstr>Проверка работы Postfix</vt:lpstr>
      <vt:lpstr>Проверка работы Postfix</vt:lpstr>
      <vt:lpstr>Проверка работы Postfix</vt:lpstr>
      <vt:lpstr>Проверка работы Postfix</vt:lpstr>
      <vt:lpstr>Проверка работы Postfix</vt:lpstr>
      <vt:lpstr>Проверка работы Postfix</vt:lpstr>
      <vt:lpstr>Конфигурация Postfix для домена </vt:lpstr>
      <vt:lpstr>Конфигурация Postfix для домена </vt:lpstr>
      <vt:lpstr>Конфигурация Postfix для домена </vt:lpstr>
      <vt:lpstr>Конфигурация Postfix для домена </vt:lpstr>
      <vt:lpstr>Конфигурация Postfix для домена </vt:lpstr>
      <vt:lpstr>Конфигурация Postfix для домена </vt:lpstr>
      <vt:lpstr>Конфигурация Postfix для домена </vt:lpstr>
      <vt:lpstr>Внесение изменений в настройки внутреннего окружения виртуальной машины</vt:lpstr>
      <vt:lpstr>Внесение изменений в настройки внутреннего окружения виртуальной машины</vt:lpstr>
      <vt:lpstr>Внесение изменений в настройки внутреннего окружения виртуальной машины</vt:lpstr>
      <vt:lpstr>Внесение изменений в настройки внутреннего окружения виртуальной машины</vt:lpstr>
      <vt:lpstr>Внесение изменений в настройки внутреннего окружения виртуальной машины</vt:lpstr>
      <vt:lpstr>Вывод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 Bansimba</dc:creator>
  <cp:lastModifiedBy>Pacavira</cp:lastModifiedBy>
  <cp:revision>255</cp:revision>
  <dcterms:created xsi:type="dcterms:W3CDTF">2022-11-11T17:59:21Z</dcterms:created>
  <dcterms:modified xsi:type="dcterms:W3CDTF">2026-03-13T19:15:29Z</dcterms:modified>
</cp:coreProperties>
</file>
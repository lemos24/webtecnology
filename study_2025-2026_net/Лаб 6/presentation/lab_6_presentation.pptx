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80" r:id="rId5"/>
    <p:sldId id="281" r:id="rId6"/>
    <p:sldId id="282" r:id="rId7"/>
    <p:sldId id="283" r:id="rId8"/>
    <p:sldId id="284" r:id="rId9"/>
    <p:sldId id="285" r:id="rId10"/>
    <p:sldId id="286" r:id="rId11"/>
    <p:sldId id="287" r:id="rId12"/>
    <p:sldId id="288" r:id="rId13"/>
    <p:sldId id="289" r:id="rId14"/>
    <p:sldId id="290" r:id="rId15"/>
    <p:sldId id="291" r:id="rId16"/>
    <p:sldId id="292" r:id="rId17"/>
    <p:sldId id="293" r:id="rId18"/>
    <p:sldId id="294" r:id="rId19"/>
    <p:sldId id="295" r:id="rId20"/>
    <p:sldId id="279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62" autoAdjust="0"/>
    <p:restoredTop sz="94660"/>
  </p:normalViewPr>
  <p:slideViewPr>
    <p:cSldViewPr snapToGrid="0">
      <p:cViewPr>
        <p:scale>
          <a:sx n="100" d="100"/>
          <a:sy n="100" d="100"/>
        </p:scale>
        <p:origin x="-122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29727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6500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84292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9208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9174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2203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1525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5390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3FBBBA55-F83A-41C2-B204-1B75327CE053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83608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8754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3358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3FBBBA55-F83A-41C2-B204-1B75327CE053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2633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994FB7-0D81-8028-4D4F-2658996967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Лабораторная работа №6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FF30943-BDE7-0773-3069-C6EF15BA5C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90188" y="4145155"/>
            <a:ext cx="6801612" cy="1239894"/>
          </a:xfrm>
        </p:spPr>
        <p:txBody>
          <a:bodyPr/>
          <a:lstStyle/>
          <a:p>
            <a:pPr algn="r"/>
            <a:r>
              <a:rPr lang="ru-RU" dirty="0"/>
              <a:t>Студент: Талебу Тенке</a:t>
            </a:r>
          </a:p>
          <a:p>
            <a:pPr algn="r"/>
            <a:r>
              <a:rPr lang="ru-RU" dirty="0"/>
              <a:t>Группа: НФИбд-02-23</a:t>
            </a:r>
          </a:p>
        </p:txBody>
      </p:sp>
    </p:spTree>
    <p:extLst>
      <p:ext uri="{BB962C8B-B14F-4D97-AF65-F5344CB8AC3E}">
        <p14:creationId xmlns:p14="http://schemas.microsoft.com/office/powerpoint/2010/main" val="3236807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48D3AD-E653-E8F9-3AF6-3D2273D8F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07B806B-E27B-8C11-8391-857A41C6B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3269640"/>
            <a:ext cx="7729728" cy="3101983"/>
          </a:xfrm>
        </p:spPr>
        <p:txBody>
          <a:bodyPr/>
          <a:lstStyle/>
          <a:p>
            <a:pPr marL="0" indent="0" algn="just">
              <a:buNone/>
            </a:pP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Изучить принципы распределения и настройки адресного пространства на устройствах сети.</a:t>
            </a:r>
          </a:p>
          <a:p>
            <a:pPr algn="just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6806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19501C6-F015-4273-AF88-E0F6C8538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A677DB7-5829-45BD-9754-5EC484CC4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65429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Объект 6" descr="Изображение выглядит как текст, снимок экрана, Шрифт, докумен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7AE5B6F9-9717-B3B6-11D3-07CF14D5EF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54297" y="-112731"/>
            <a:ext cx="5698571" cy="6970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520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5E0063-6BDD-8E25-75E8-919FA09A0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419501C6-F015-4273-AF88-E0F6C8538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A677DB7-5829-45BD-9754-5EC484CC4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65429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Объект 8" descr="Изображение выглядит как текст, снимок экрана, Шрифт, числ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C4596E96-6E14-2C72-12C2-55DD1702CA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54297" y="131172"/>
            <a:ext cx="6696564" cy="6798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395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2C0FCC-C153-0264-EAEB-4D7CDA09E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419501C6-F015-4273-AF88-E0F6C8538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A677DB7-5829-45BD-9754-5EC484CC4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65429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Объект 8" descr="Изображение выглядит как текст, снимок экрана, Шрифт, числ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AC44F263-7DA9-A979-9515-22220D7870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54297" y="150039"/>
            <a:ext cx="6976512" cy="6557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926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D6F663-0C83-C315-D901-61CD29C22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19501C6-F015-4273-AF88-E0F6C8538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A677DB7-5829-45BD-9754-5EC484CC4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65429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Объект 2" descr="Изображение выглядит как текст, снимок экрана, Шрифт, докумен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73047D2C-FD76-C7C5-5260-41CB85817B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04089" y="0"/>
            <a:ext cx="6395653" cy="6697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2376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C9407A-B130-0FE9-217A-514FE57AA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19501C6-F015-4273-AF88-E0F6C8538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A677DB7-5829-45BD-9754-5EC484CC4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65429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Объект 2" descr="Изображение выглядит как текст, снимок экрана, Шрифт, докумен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CADA2884-0D15-38F2-6E2E-7C80130309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74452" y="0"/>
            <a:ext cx="5640789" cy="6540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6991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891A23-4476-9E90-2C78-ABB869C88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19501C6-F015-4273-AF88-E0F6C8538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A677DB7-5829-45BD-9754-5EC484CC4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65429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Объект 1" descr="Изображение выглядит как текст, снимок экрана, диаграмма, линия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A72633C1-57FE-0FEB-0F38-FFA007B586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74022" y="0"/>
            <a:ext cx="6258195" cy="676561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028474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EC9BFE-4AAD-0DEE-D490-45C6759EC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19501C6-F015-4273-AF88-E0F6C8538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A677DB7-5829-45BD-9754-5EC484CC4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65429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Объект 1" descr="Изображение выглядит как текст, снимок экрана, диаграмма, линия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FB4C2758-F3E8-70CB-1FEE-7CD2686BD5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54297" y="223175"/>
            <a:ext cx="7369711" cy="641164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672121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2E6184-644E-2598-11EA-19A556C92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19501C6-F015-4273-AF88-E0F6C8538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A677DB7-5829-45BD-9754-5EC484CC4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65429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Объект 1" descr="Изображение выглядит как текст, снимок экрана, программное обеспечение, диспле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F8F4A1DB-FBCF-1623-FC06-326E523874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54297" y="608930"/>
            <a:ext cx="7537702" cy="608669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221917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6EC1B9-D23C-8A79-FDE3-80813C0F5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19501C6-F015-4273-AF88-E0F6C8538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A677DB7-5829-45BD-9754-5EC484CC4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65429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Объект 4" descr="Изображение выглядит как текст, снимок экрана, программное обеспечени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A602F3FA-0F89-D3E1-A339-F4897FADDE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101005" y="1999147"/>
            <a:ext cx="8458411" cy="272783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260637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5CDA42-9A59-6995-9B4C-865CE1BC9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19501C6-F015-4273-AF88-E0F6C8538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A677DB7-5829-45BD-9754-5EC484CC4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65429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Объект 4" descr="Изображение выглядит как текст, электроника, снимок экрана, программное обеспечени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6BA86354-C669-538A-E438-BFC77DE520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84408" y="1099372"/>
            <a:ext cx="7374195" cy="468149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607000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9EDD00-ED77-9608-BD76-A4C6B6210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19501C6-F015-4273-AF88-E0F6C8538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A677DB7-5829-45BD-9754-5EC484CC4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65429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Объект 4" descr="Изображение выглядит как электроника, текст, снимок экрана, компьютер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2ADB0005-3F87-E9A1-D334-F0CE6F2CB7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38614" y="519415"/>
            <a:ext cx="7377671" cy="616035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23409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E51987-E709-6F2C-60F8-75667C519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19501C6-F015-4273-AF88-E0F6C8538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A677DB7-5829-45BD-9754-5EC484CC4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65429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Объект 3" descr="Изображение выглядит как текст, снимок экрана, компьютер, программное обеспечени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6A3EE839-2659-81FB-C314-599DF10CD5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54297" y="162346"/>
            <a:ext cx="7561764" cy="623845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239244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B7ACE8-64CF-9301-D40F-5E0E82407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19501C6-F015-4273-AF88-E0F6C8538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A677DB7-5829-45BD-9754-5EC484CC4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65429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Объект 3" descr="Изображение выглядит как текст, электроника, снимок экрана, программное обеспечени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8BD6E129-0BA9-7048-4EE9-1745DE22C8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54297" y="-1"/>
            <a:ext cx="7279398" cy="676984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864861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46B2AB-74FF-E4CD-9025-50B35A98A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19501C6-F015-4273-AF88-E0F6C8538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A677DB7-5829-45BD-9754-5EC484CC4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65429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Объект 3" descr="Изображение выглядит как текст, снимок экрана, диспле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F003BAC4-320B-EC9B-BD0F-001AC2699A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80388" y="128636"/>
            <a:ext cx="7394905" cy="672936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762281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B3388A-1F4E-67E4-667F-C79EF9B3E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19501C6-F015-4273-AF88-E0F6C8538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A677DB7-5829-45BD-9754-5EC484CC4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65429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Объект 3" descr="Изображение выглядит как текст, снимок экрана, дисплей, программное обеспечени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9D3CCCD1-49D7-BCE5-7C05-3A2163CBB9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46008" y="-212327"/>
            <a:ext cx="5933801" cy="712768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837234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D1CC4B-7F1D-402D-8B31-E0BA2065D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19501C6-F015-4273-AF88-E0F6C8538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A677DB7-5829-45BD-9754-5EC484CC4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65429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Объект 4" descr="Изображение выглядит как текст, снимок экрана, диаграмма, линия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F18B0E01-4214-DD1B-AA77-FA5C59105F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54297" y="0"/>
            <a:ext cx="6860944" cy="6878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6951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890A2-1A72-1C5F-8CF5-FB3A0A3DA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 descr="Изображение выглядит как текст, снимок экрана, дисплей, программное обеспечени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0D94C18-B245-3FC4-A656-8FFB27A6AE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46008" y="-212327"/>
            <a:ext cx="5933801" cy="712768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704755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AEFFFF2-9EB4-4B6C-B9F8-2BA3EF89A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307017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D65299F-028F-4AFC-B46A-8DB33E20F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0172" y="0"/>
            <a:ext cx="91218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AC87F6E-526A-49B5-995D-42DB65659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7423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4F4126-6EEB-3A3A-538A-5D873CB52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873" y="1586484"/>
            <a:ext cx="3685032" cy="368503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ru-RU" sz="3000">
                <a:solidFill>
                  <a:srgbClr val="FFFFFF"/>
                </a:solidFill>
              </a:rPr>
              <a:t>Выводы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9A36F2-1435-7EFC-349C-9E1915A60B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1695" y="1402080"/>
            <a:ext cx="5320696" cy="4053840"/>
          </a:xfrm>
        </p:spPr>
        <p:txBody>
          <a:bodyPr anchor="ctr">
            <a:normAutofit/>
          </a:bodyPr>
          <a:lstStyle/>
          <a:p>
            <a:pPr marL="0" indent="0" algn="just">
              <a:buNone/>
            </a:pPr>
            <a:r>
              <a:rPr lang="ru-RU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 процессе выполнения данной лабораторной работы я изучил принципы распределения и настройки адресного пространства на устройствах сети.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28339934"/>
      </p:ext>
    </p:extLst>
  </p:cSld>
  <p:clrMapOvr>
    <a:masterClrMapping/>
  </p:clrMapOvr>
</p:sld>
</file>

<file path=ppt/theme/theme1.xml><?xml version="1.0" encoding="utf-8"?>
<a:theme xmlns:a="http://schemas.openxmlformats.org/drawingml/2006/main" name="Посылка">
  <a:themeElements>
    <a:clrScheme name="Фиолетовый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Посылка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Посылка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Посылка</Template>
  <TotalTime>471</TotalTime>
  <Words>42</Words>
  <Application>Microsoft Office PowerPoint</Application>
  <PresentationFormat>Широкоэкранный</PresentationFormat>
  <Paragraphs>7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5" baseType="lpstr">
      <vt:lpstr>Arial</vt:lpstr>
      <vt:lpstr>Corbel</vt:lpstr>
      <vt:lpstr>Gill Sans MT</vt:lpstr>
      <vt:lpstr>Times New Roman</vt:lpstr>
      <vt:lpstr>Посылка</vt:lpstr>
      <vt:lpstr>Лабораторная работа №6</vt:lpstr>
      <vt:lpstr>Цель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Выводы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№6</dc:title>
  <dc:creator>Беличева Дарья Михайловна</dc:creator>
  <cp:lastModifiedBy>Талебу Тенке Франк Устон</cp:lastModifiedBy>
  <cp:revision>18</cp:revision>
  <dcterms:created xsi:type="dcterms:W3CDTF">2023-10-14T19:58:32Z</dcterms:created>
  <dcterms:modified xsi:type="dcterms:W3CDTF">2026-01-03T21:58:00Z</dcterms:modified>
</cp:coreProperties>
</file>
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2"/>
  </p:notesMasterIdLst>
  <p:sldIdLst>
    <p:sldId id="256" r:id="rId2"/>
    <p:sldId id="258" r:id="rId3"/>
    <p:sldId id="257" r:id="rId4"/>
    <p:sldId id="259" r:id="rId5"/>
    <p:sldId id="279" r:id="rId6"/>
    <p:sldId id="280" r:id="rId7"/>
    <p:sldId id="281" r:id="rId8"/>
    <p:sldId id="282" r:id="rId9"/>
    <p:sldId id="286" r:id="rId10"/>
    <p:sldId id="287" r:id="rId11"/>
    <p:sldId id="283" r:id="rId12"/>
    <p:sldId id="288" r:id="rId13"/>
    <p:sldId id="289" r:id="rId14"/>
    <p:sldId id="284" r:id="rId15"/>
    <p:sldId id="290" r:id="rId16"/>
    <p:sldId id="292" r:id="rId17"/>
    <p:sldId id="291" r:id="rId18"/>
    <p:sldId id="285" r:id="rId19"/>
    <p:sldId id="293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240" autoAdjust="0"/>
    <p:restoredTop sz="94660"/>
  </p:normalViewPr>
  <p:slideViewPr>
    <p:cSldViewPr snapToGrid="0">
      <p:cViewPr varScale="1">
        <p:scale>
          <a:sx n="48" d="100"/>
          <a:sy n="48" d="100"/>
        </p:scale>
        <p:origin x="78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AF02FF-5D95-4291-B098-73CC9C3078A1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298EBD-E1AA-41F1-925F-18E2C3339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3319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98EBD-E1AA-41F1-925F-18E2C3339C1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1662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2309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15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603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578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8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905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088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501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86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67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493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7392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39A02-6117-3EFB-E667-B785F8BF6E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№7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2C8BEA-EBA7-209C-2618-F483CE201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0188" y="420171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Талебу Тенке Франк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1170602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D8343D-8777-DC5C-8143-881A75F5E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98126B-0DF2-C822-B3ED-52EFBA35B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429000"/>
            <a:ext cx="7729728" cy="3101983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Получить навыки настройки службы DHCP на сетевом оборудовании для распределения адресов IPv4 и IPv6.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8001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3D8250-E36B-22DC-AC4B-C93278C0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60F429-9B31-4C39-001D-51E14530E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Настройка DHCP в случае IPv4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Настройка DHCP в случае IPv6</a:t>
            </a:r>
          </a:p>
        </p:txBody>
      </p:sp>
    </p:spTree>
    <p:extLst>
      <p:ext uri="{BB962C8B-B14F-4D97-AF65-F5344CB8AC3E}">
        <p14:creationId xmlns:p14="http://schemas.microsoft.com/office/powerpoint/2010/main" val="1100025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текст, программное обеспечение, Значок на компьютер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5305904-0E70-00C4-9BE3-CCB836DDD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1" b="12464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62674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BD4690-6BD0-4AE0-D9DD-DE5FB7F18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0C0FA4C-FC0D-AD29-1BD3-B7EC2BD7D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907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0466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F9E694-E3A6-BB47-3200-CB44EA76B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снимок экран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D274694-F6E7-36F8-9210-F896BEAB3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77" b="-1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91018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2844DA-5770-88BA-97E5-C7CD0A1B6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7D9AC2F-FBD7-6C07-F0E0-CD4CEFDD2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3" b="21809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69781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290AF-E50D-FC0B-34D8-9F43FCEA9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459D8D4-CDB3-B81A-ED35-BD9CDB32B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000" b="-1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6729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A31673-DCC9-EED6-4C75-5D18141E2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снимок экрана, программное обеспечение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4C03631-72B9-D094-DB86-165E5917E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77" b="13876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59741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C6A710-DC57-C438-6834-EF1C09F80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электроника, снимок экрана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FC89979-92F6-C4CE-70AB-9A9DB4089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49" b="5260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87593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30448-9F8B-B462-3CF9-8215D06C4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снимок экрана, программное обеспечение, компьютер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EC311F9-F20C-1626-F5C8-070DC13B8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27" b="4873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20457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4A0E4A-AC56-4861-26C1-5CFBA4051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снимок экрана, Шрифт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8E9B40C-AB88-AA5F-B815-F358450B8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23" b="2874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0998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A89F0-7536-7380-2DF4-387EF1467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снимок экрана, программное обеспечение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AA73A75-1AD3-5F22-9130-EED578D39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818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77205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21E9F-0AB8-837D-C225-E26BF47BE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компьютер, снимок экрана, программное обеспечение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659D2D7-B9CD-063F-7F40-E484B9FDC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45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53997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CF2EB3-63F1-3DA8-7E15-7F1D90E3A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электроника, снимок экран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4F4095B-C53B-9835-505D-29F3F578A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6" b="12921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78637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B1E209-C925-AEAA-FF30-89F7C22AE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F505E51-558C-AE09-AB06-ECE30E30D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4439" y="2668614"/>
            <a:ext cx="4789827" cy="1520770"/>
          </a:xfrm>
          <a:prstGeom prst="rect">
            <a:avLst/>
          </a:prstGeom>
          <a:noFill/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16F97B9-23C6-4EF1-AED7-D5E3C26A6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096000" y="1142999"/>
            <a:ext cx="0" cy="45720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4028264-A1D4-4753-3CEF-42C262FA3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7734" y="2937055"/>
            <a:ext cx="4799456" cy="9838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4635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E7FC09-380A-AAFF-5328-37C6BED97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38B1E64-E252-72D6-2F3C-64E8BA846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97" b="17932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17419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69B175-3AB9-4150-AB6E-DDBF8E74C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компьютер, программное обеспечение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03954D5-2523-8140-D890-936FB4AE1B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221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217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AEAF78-E669-3256-6EE2-9D24EAA25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5017613-4E90-54C5-F025-507937ADC5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49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00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AD49BA-B6A0-759D-5497-36BB52E0A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45941D-79D9-B6E5-2B2A-11EBE1CEC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429000"/>
            <a:ext cx="7729728" cy="3101983"/>
          </a:xfrm>
        </p:spPr>
        <p:txBody>
          <a:bodyPr/>
          <a:lstStyle/>
          <a:p>
            <a:pPr marL="0" indent="0">
              <a:buNone/>
            </a:pP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процессе выполнения лабораторной работы я получил навыки настройки службы DHCP на сетевом оборудовании для распределения адресов IPv4 и IPv6.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905655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Фиолетовый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Посылка</Template>
  <TotalTime>74</TotalTime>
  <Words>62</Words>
  <Application>Microsoft Office PowerPoint</Application>
  <PresentationFormat>Широкоэкранный</PresentationFormat>
  <Paragraphs>11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Calibri</vt:lpstr>
      <vt:lpstr>Corbel</vt:lpstr>
      <vt:lpstr>Gill Sans MT</vt:lpstr>
      <vt:lpstr>Times New Roman</vt:lpstr>
      <vt:lpstr>Посылка</vt:lpstr>
      <vt:lpstr>Лабораторная работа №7</vt:lpstr>
      <vt:lpstr>Цель</vt:lpstr>
      <vt:lpstr>Задания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№7</dc:title>
  <dc:creator>Беличева Дарья Михайловна</dc:creator>
  <cp:lastModifiedBy>Талебу Тенке Франк Устон</cp:lastModifiedBy>
  <cp:revision>24</cp:revision>
  <dcterms:created xsi:type="dcterms:W3CDTF">2023-10-21T19:04:23Z</dcterms:created>
  <dcterms:modified xsi:type="dcterms:W3CDTF">2026-01-04T16:41:34Z</dcterms:modified>
</cp:coreProperties>
</file>
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7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9" r:id="rId22"/>
    <p:sldId id="300" r:id="rId23"/>
    <p:sldId id="298" r:id="rId24"/>
    <p:sldId id="301" r:id="rId25"/>
    <p:sldId id="302" r:id="rId26"/>
    <p:sldId id="280" r:id="rId27"/>
    <p:sldId id="27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 varScale="1">
        <p:scale>
          <a:sx n="61" d="100"/>
          <a:sy n="61" d="100"/>
        </p:scale>
        <p:origin x="9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75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07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04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67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73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48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86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5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37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9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27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831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860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875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575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220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47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27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1807778"/>
            <a:ext cx="6815669" cy="1515533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</a:t>
            </a:r>
            <a:r>
              <a:rPr lang="en-US" dirty="0"/>
              <a:t>8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Адресация IPv4 и IPv6. Настройка маршрутизации</a:t>
            </a:r>
            <a:br>
              <a:rPr lang="ru-RU" sz="5400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908" y="3957934"/>
            <a:ext cx="10794499" cy="1370812"/>
          </a:xfrm>
        </p:spPr>
        <p:txBody>
          <a:bodyPr>
            <a:normAutofit fontScale="55000" lnSpcReduction="20000"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Тенке Франк Устон</a:t>
            </a: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32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32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5827395" algn="l"/>
              </a:tabLst>
            </a:pPr>
            <a:r>
              <a:rPr lang="ru-RU" sz="29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9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ru-RU" sz="3400" b="1" dirty="0"/>
              <a:t>Сетевые технологии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lang="ru-RU" sz="2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99776-2FBD-41CA-8D9F-313A8B4DF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363" y="2556932"/>
            <a:ext cx="9026233" cy="1230554"/>
          </a:xfrm>
        </p:spPr>
        <p:txBody>
          <a:bodyPr/>
          <a:lstStyle/>
          <a:p>
            <a:pPr indent="0" algn="ctr">
              <a:lnSpc>
                <a:spcPct val="150000"/>
              </a:lnSpc>
              <a:spcBef>
                <a:spcPts val="600"/>
              </a:spcBef>
              <a:buNone/>
            </a:pPr>
            <a:r>
              <a:rPr lang="ru-RU" sz="1800" dirty="0"/>
              <a:t>Изучение принципов маршрутизации в IPv4- и IPv6-сетях и принципов настройки сетевого оборудования.</a:t>
            </a:r>
            <a:endParaRPr lang="fr-FR" sz="1800" b="1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5C23C89-C3D6-41E6-80F0-358156F838CE}"/>
              </a:ext>
            </a:extLst>
          </p:cNvPr>
          <p:cNvSpPr txBox="1">
            <a:spLocks/>
          </p:cNvSpPr>
          <p:nvPr/>
        </p:nvSpPr>
        <p:spPr>
          <a:xfrm>
            <a:off x="810000" y="1080847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/>
              <a:t>Цель работы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A5E36C-E449-079E-A2E1-1C2A0C3E3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993" y="1295102"/>
            <a:ext cx="9050013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C20EE-952D-913B-7AB3-2B6B8498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F3BB1DD-3E04-2C82-199A-FF3C68B5D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785" y="1428471"/>
            <a:ext cx="6306430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88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12A7-1370-565A-D3AC-9AC8DB7AE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4565A4-1BDB-5C0A-571B-EB8FB5E6E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27" y="511744"/>
            <a:ext cx="9821917" cy="583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7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A43A-0202-8FD6-B7A0-F7E42908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9CDE3A-E06E-A608-B8CA-A5578F50C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014" y="145043"/>
            <a:ext cx="6784534" cy="656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40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30D9-B3E9-D627-82C9-9F11FD5A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16FC78-EBBF-F055-58FE-0EB08D084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256" y="488014"/>
            <a:ext cx="9632731" cy="617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4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46D14-693B-A79C-C01D-5731BBDF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BE41ED-29B3-9C79-9FB8-4A31948F3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58" y="451960"/>
            <a:ext cx="9380483" cy="595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8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C5ECD-A5DE-2780-A2B2-901FFE04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12FC2D-42BA-AA36-3781-7B8640645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344" y="475619"/>
            <a:ext cx="7551683" cy="590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1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43C6-B252-A674-B7FD-7E9E6603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AB7063-F9D4-E00F-61C7-4C1CAE01C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108" y="134007"/>
            <a:ext cx="8895784" cy="658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06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5F8A-22BD-955B-F549-36A3902E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A57881-19CE-D3F6-B7DF-9AD3A9A2F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40" y="608683"/>
            <a:ext cx="9064857" cy="569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4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5C69-0E56-49CE-5101-7649DA5C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EC0AED-E817-FD7D-A7B3-CDDB8A275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15" y="268770"/>
            <a:ext cx="9773899" cy="658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81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27DFA-F0CA-A86F-0EF1-CB791521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E1B1EB-FA78-ABA0-B5D4-A50B9A648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428" y="607478"/>
            <a:ext cx="8939048" cy="570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23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C5F41-6A07-68A1-7B2C-20568FD9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ACD16F-5CCC-6D4B-48C3-AE69A5ADC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24" y="0"/>
            <a:ext cx="10388921" cy="654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97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7B4A-10BC-8530-10BC-4A456066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F73EB3-7A57-B072-EBC3-DE8C1CE5F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941" y="694943"/>
            <a:ext cx="8002117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11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1C889-B26D-BAEF-F987-86D063D49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63ADDA-E469-E8C6-4FB9-06BFE0CE8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2" y="625314"/>
            <a:ext cx="9240314" cy="59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12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5975-9773-B720-B244-E9D90FA7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F68586-4BAC-00B6-73D4-3EA20051E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28" y="0"/>
            <a:ext cx="10689677" cy="675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52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60AE-DEAA-E353-D17A-0352D7E6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3158CE-F3CF-8380-8924-2BCC91892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21" y="1355836"/>
            <a:ext cx="10726357" cy="371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35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46AE-B856-63A7-58CC-7759D7D7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диаграмма, текс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77F9C5-6165-429C-4FE7-F01A0DB1B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96" y="759727"/>
            <a:ext cx="8292663" cy="547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74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A521-204E-C8C3-06E3-2AF60E5E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FAEF40-202A-CA78-DBA8-BA4BFA859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90" y="280200"/>
            <a:ext cx="9411364" cy="593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26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CD651-B463-4E7F-67C9-D7D84E88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E7399A-2761-2590-109B-FF92C7032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31" y="681081"/>
            <a:ext cx="8481848" cy="529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96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8E80-3E7B-37B5-E002-50BA37B2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карт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80C8A8-B687-A96B-97BA-63C6DDDE6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67" y="1194753"/>
            <a:ext cx="10668179" cy="48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07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F9D5-D334-7382-E8DE-82DA4F09B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D055B1-1837-E5C8-5D09-D397E6F2A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23" y="1221828"/>
            <a:ext cx="10874753" cy="441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76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99FD-5F77-A2F6-2C14-BE27A167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A96D3D-809F-417D-301F-8DE590A1E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56" y="553450"/>
            <a:ext cx="7293820" cy="575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84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8AF1-1531-E9F5-91C7-D39B5780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AA7206-664B-1B01-5B8A-52C4A864C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373" y="736567"/>
            <a:ext cx="6770606" cy="531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59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79A26-45D4-8EDB-4399-F3EC0029F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71493-C84B-FE0E-B522-956901C4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AC1E1-7CA9-BF0F-4FB9-D7674015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В ходе выполнения лабораторной работы были изучены основные принципы маршрутизации в сетях IPv4 и IPv6, а также особенности настройки сетевого оборудования. Была построена модель сети, настроена адресация интерфейсов и проверена связь между узлами. Кроме того, были изучены принципы работы динамической маршрутизации и проведена проверка корректности передачи пакетов между сегментами сети. Полученные результаты показали, что правильная настройка маршрутизации обеспечивает эффективный обмен данными и стабильную работу сети.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009110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548" y="3024129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i="1" dirty="0"/>
              <a:t>Спасибо за внимание</a:t>
            </a:r>
            <a:r>
              <a:rPr lang="en-US" sz="4800" i="1" dirty="0"/>
              <a:t> </a:t>
            </a:r>
            <a:r>
              <a:rPr lang="ru-RU" sz="4800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549</TotalTime>
  <Words>122</Words>
  <Application>Microsoft Office PowerPoint</Application>
  <PresentationFormat>Широкоэкранный</PresentationFormat>
  <Paragraphs>10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Garamond</vt:lpstr>
      <vt:lpstr>Times New Roman</vt:lpstr>
      <vt:lpstr>Organic</vt:lpstr>
      <vt:lpstr>Лабораторная работа №8  Адресация IPv4 и IPv6. Настройка маршрутизации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 Bansimba</dc:creator>
  <cp:lastModifiedBy>Талебу Тенке Франк Устон</cp:lastModifiedBy>
  <cp:revision>255</cp:revision>
  <dcterms:created xsi:type="dcterms:W3CDTF">2022-11-11T17:59:21Z</dcterms:created>
  <dcterms:modified xsi:type="dcterms:W3CDTF">2026-03-13T19:06:29Z</dcterms:modified>
</cp:coreProperties>
</file>
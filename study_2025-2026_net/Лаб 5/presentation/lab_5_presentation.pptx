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1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45" d="100"/>
          <a:sy n="45" d="100"/>
        </p:scale>
        <p:origin x="54" y="1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288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62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060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03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49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65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25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59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16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22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49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D7F79B2-0F4D-439A-968A-53477D3BFFBC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09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B1CA3-E7D3-D82D-5C28-7A406DC3A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B80857-8787-393D-D7DF-F1BF8590F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173435"/>
            <a:ext cx="6801612" cy="1239894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Студент: Талебу Тенке Франк Устон</a:t>
            </a:r>
          </a:p>
          <a:p>
            <a:pPr algn="r"/>
            <a:r>
              <a:rPr lang="ru-RU" dirty="0"/>
              <a:t>Группа: НФИбд-02-23 </a:t>
            </a:r>
          </a:p>
        </p:txBody>
      </p:sp>
    </p:spTree>
    <p:extLst>
      <p:ext uri="{BB962C8B-B14F-4D97-AF65-F5344CB8AC3E}">
        <p14:creationId xmlns:p14="http://schemas.microsoft.com/office/powerpoint/2010/main" val="33080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4235E-3467-50C7-117D-08140DDF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06B706-49EC-E023-224A-EE8457CF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91325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Построить простейшие модели сетей на базе коммутатора и маршрутизаторов FRR и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GNS3, проанализировать трафик посредством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10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D1EA1-6CD2-8078-E51D-66C932CD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B3F6A-960D-AFB9-D95E-CDDB536AE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коммутатора в GNS3;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трафик в GNS3 посредством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маршрутизатора FRR в GNS3;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маршрутизатора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570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86A06E8-22C5-71D9-22A1-E00A0CBF2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564" y="950975"/>
            <a:ext cx="7947295" cy="456969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300" dirty="0" err="1">
                <a:solidFill>
                  <a:srgbClr val="FFFFFF"/>
                </a:solidFill>
              </a:rPr>
              <a:t>Выполнение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лабораторной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работы</a:t>
            </a:r>
            <a:endParaRPr lang="en-U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69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B183-8459-B3A6-A1F9-418BA064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программное обеспечение, компьюте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0C4935B-D198-8BF7-D4F6-22F02BDFE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089" y="1271016"/>
            <a:ext cx="6823666" cy="431596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EE56D-68A9-9E39-2602-F92C7CC0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Выполнение лабораторной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72215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5A09-B2AC-2FAF-21F2-056FDDEE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2086A-4FCA-235D-1EA9-C9B8A6A2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ellipse">
            <a:avLst/>
          </a:prstGeo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Выполнение лабораторной работы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23B9339-B2E8-5245-E07D-4A9AB5DAC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752" y="3517142"/>
            <a:ext cx="9314170" cy="8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4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A0D4D-B59F-C118-C3BD-DE815AB3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93EB-D630-6C64-2C27-BC8E271D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ellipse">
            <a:avLst/>
          </a:prstGeo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Выполнение лабораторной работы</a:t>
            </a:r>
          </a:p>
        </p:txBody>
      </p:sp>
      <p:pic>
        <p:nvPicPr>
          <p:cNvPr id="7" name="Объект 6" descr="Изображение выглядит как текст, снимок экрана, Шрифт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42C63E-6092-DDFA-9D80-36F1DF50E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25" y="1757029"/>
            <a:ext cx="5952350" cy="416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0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42E8C-6F68-A0B4-63EC-B73B4D02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971ED47-DE51-E00B-0ACE-99A384B10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772" y="0"/>
            <a:ext cx="7483535" cy="673518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2E7CB-44E0-8D98-EAA4-A8F952E5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Выполнение лабораторной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241842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7047A-39D5-C0FA-F861-8DBE5BC4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линия, программное обеспечение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23B29D1-DC70-FE5F-928A-DCA8CBAB5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48" y="2590511"/>
            <a:ext cx="11037780" cy="386322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10019-BE88-3EF8-4B51-692DB96FE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61711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300" dirty="0" err="1">
                <a:solidFill>
                  <a:srgbClr val="FFFFFF"/>
                </a:solidFill>
              </a:rPr>
              <a:t>Выполнение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лабораторной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работы</a:t>
            </a:r>
            <a:endParaRPr lang="en-U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85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EA93F-F9D4-458E-CE40-A08E698A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B6DE60E-0A85-46CB-07BE-6173CD287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956" y="950976"/>
            <a:ext cx="7208795" cy="4956047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84797-FEFE-8A68-B82D-D9312A76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Выполнение лабораторной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64246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4D7E4-70E0-56FD-5B5F-F53C596E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3E8A3F5-05BC-86CB-AF2B-0C1A55CCF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51" y="3029217"/>
            <a:ext cx="10081051" cy="2091816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DD0DF-45EC-14FF-D8A0-ABBC2047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Выполнение лабораторной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1213814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3607-FC4C-F90C-2BA8-E45D5C20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38DA8-D780-B7C2-22F8-9D7C64E1F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3064"/>
            <a:ext cx="7729728" cy="1188720"/>
          </a:xfrm>
          <a:prstGeom prst="ellipse">
            <a:avLst/>
          </a:prstGeo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Выполнение лабораторной работы</a:t>
            </a:r>
          </a:p>
        </p:txBody>
      </p:sp>
      <p:pic>
        <p:nvPicPr>
          <p:cNvPr id="7" name="Объект 6" descr="Изображение выглядит как текст, снимок экрана, программное обеспечение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9B1135-168D-85BF-6E11-1AAA30DB2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18" y="1621784"/>
            <a:ext cx="10703160" cy="5015059"/>
          </a:xfrm>
        </p:spPr>
      </p:pic>
    </p:spTree>
    <p:extLst>
      <p:ext uri="{BB962C8B-B14F-4D97-AF65-F5344CB8AC3E}">
        <p14:creationId xmlns:p14="http://schemas.microsoft.com/office/powerpoint/2010/main" val="925048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710BF-D642-88BB-15E2-89E33A2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4E148-8683-8DE9-1BB0-9141B14B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/>
              <a:t>Выполнение лабораторной работы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5878610-C654-60CD-0B0A-F38D28E44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3" y="749307"/>
            <a:ext cx="7242411" cy="535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5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9403C-3135-345D-2A70-0B621FBD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3EE4F-7ACD-B345-CD9D-4DE3F280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/>
              <a:t>Выполнение лабораторной работы</a:t>
            </a:r>
          </a:p>
        </p:txBody>
      </p:sp>
      <p:pic>
        <p:nvPicPr>
          <p:cNvPr id="6" name="Объект 5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607156-0E97-1774-3777-444651AF4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3" y="1030991"/>
            <a:ext cx="7556316" cy="479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8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E783C-39E4-70C6-04F0-1155DE86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74C54-2BB6-B1D2-FD53-AE195866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/>
              <a:t>Выполнение лабораторной работы</a:t>
            </a:r>
          </a:p>
        </p:txBody>
      </p:sp>
      <p:pic>
        <p:nvPicPr>
          <p:cNvPr id="7" name="Объект 6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A427A59-8911-33F0-DBA6-9420CDBCD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140" y="1249779"/>
            <a:ext cx="8081778" cy="476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74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18ECE-8754-1B35-9368-861AF981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1C530-069D-84DC-0263-9A0B168A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 dirty="0" err="1"/>
              <a:t>Выполнение</a:t>
            </a:r>
            <a:r>
              <a:rPr lang="en-US" sz="1300" dirty="0"/>
              <a:t> </a:t>
            </a:r>
            <a:r>
              <a:rPr lang="en-US" sz="1300" dirty="0" err="1"/>
              <a:t>лабораторной</a:t>
            </a:r>
            <a:r>
              <a:rPr lang="en-US" sz="1300" dirty="0"/>
              <a:t> </a:t>
            </a:r>
            <a:r>
              <a:rPr lang="en-US" sz="1300" dirty="0" err="1"/>
              <a:t>работы</a:t>
            </a:r>
            <a:endParaRPr lang="en-US" sz="1300" dirty="0"/>
          </a:p>
        </p:txBody>
      </p:sp>
      <p:pic>
        <p:nvPicPr>
          <p:cNvPr id="7" name="Объект 6" descr="Изображение выглядит как текст, снимок экрана, программное обеспечение, Веб-сай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397E9D-7F0C-524F-4CD8-A1826149D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947" y="1512265"/>
            <a:ext cx="8863515" cy="383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42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EA74C-EB62-E72B-BC83-83D52D6C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7F2C7-39C5-9D9B-0267-C539873C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/>
              <a:t>Выполнение</a:t>
            </a:r>
            <a:r>
              <a:rPr lang="en-US" sz="1300" dirty="0"/>
              <a:t> </a:t>
            </a:r>
            <a:r>
              <a:rPr lang="en-US" sz="1300"/>
              <a:t>лабораторной</a:t>
            </a:r>
            <a:r>
              <a:rPr lang="en-US" sz="1300" dirty="0"/>
              <a:t> </a:t>
            </a:r>
            <a:r>
              <a:rPr lang="en-US" sz="1300"/>
              <a:t>работы</a:t>
            </a:r>
            <a:endParaRPr lang="en-US" sz="1300" dirty="0"/>
          </a:p>
        </p:txBody>
      </p:sp>
      <p:pic>
        <p:nvPicPr>
          <p:cNvPr id="6" name="Объект 5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90286D5-2EF7-473F-3CDB-9862C58D7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185" y="1193763"/>
            <a:ext cx="8157911" cy="49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9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A6954-65A3-52B3-8A18-ED0EB13F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27AA1-37FA-AFFA-2C5A-EC1BCC45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/>
              <a:t>Выполнение</a:t>
            </a:r>
            <a:r>
              <a:rPr lang="en-US" sz="1300" dirty="0"/>
              <a:t> </a:t>
            </a:r>
            <a:r>
              <a:rPr lang="en-US" sz="1300"/>
              <a:t>лабораторной</a:t>
            </a:r>
            <a:r>
              <a:rPr lang="en-US" sz="1300" dirty="0"/>
              <a:t> </a:t>
            </a:r>
            <a:r>
              <a:rPr lang="en-US" sz="1300"/>
              <a:t>работы</a:t>
            </a:r>
            <a:endParaRPr lang="en-US" sz="1300" dirty="0"/>
          </a:p>
        </p:txBody>
      </p:sp>
      <p:pic>
        <p:nvPicPr>
          <p:cNvPr id="7" name="Объект 6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0B01BDD-F773-89CA-3042-ECF1A1872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018" y="1016763"/>
            <a:ext cx="7820346" cy="553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97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E6ED3-E7E4-29DA-1C13-394B23D1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A705F-FAE9-0A6E-4325-E65081F7E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73" y="2362342"/>
            <a:ext cx="3472184" cy="1869416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 dirty="0" err="1"/>
              <a:t>Выполнение</a:t>
            </a:r>
            <a:r>
              <a:rPr lang="en-US" sz="1300" dirty="0"/>
              <a:t> </a:t>
            </a:r>
            <a:r>
              <a:rPr lang="en-US" sz="1300" dirty="0" err="1"/>
              <a:t>лабораторной</a:t>
            </a:r>
            <a:r>
              <a:rPr lang="en-US" sz="1300" dirty="0"/>
              <a:t> </a:t>
            </a:r>
            <a:r>
              <a:rPr lang="en-US" sz="1300" dirty="0" err="1"/>
              <a:t>работы</a:t>
            </a:r>
            <a:endParaRPr lang="en-US" sz="1300" dirty="0"/>
          </a:p>
        </p:txBody>
      </p:sp>
      <p:pic>
        <p:nvPicPr>
          <p:cNvPr id="7" name="Объект 6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0D13F98-0225-862D-BC72-F3D2A05F4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929" y="1385853"/>
            <a:ext cx="8498914" cy="431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23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831234-FDD8-1DAB-68B4-68FB634F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построил простейшие модели сети на базе коммутатора и маршрутизатора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GNS3,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проанализировал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трафик посредством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9889894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67</TotalTime>
  <Words>146</Words>
  <Application>Microsoft Office PowerPoint</Application>
  <PresentationFormat>Широкоэкранный</PresentationFormat>
  <Paragraphs>28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Corbel</vt:lpstr>
      <vt:lpstr>Gill Sans MT</vt:lpstr>
      <vt:lpstr>Times New Roman</vt:lpstr>
      <vt:lpstr>Посылка</vt:lpstr>
      <vt:lpstr>Лабораторная работа №5</vt:lpstr>
      <vt:lpstr>Цель работа</vt:lpstr>
      <vt:lpstr>Задание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Беличева Дарья Михайловна</dc:creator>
  <cp:lastModifiedBy>Талебу Тенке Франк Устон</cp:lastModifiedBy>
  <cp:revision>20</cp:revision>
  <dcterms:created xsi:type="dcterms:W3CDTF">2023-10-07T19:26:57Z</dcterms:created>
  <dcterms:modified xsi:type="dcterms:W3CDTF">2026-01-03T10:56:33Z</dcterms:modified>
</cp:coreProperties>
</file>
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78" r:id="rId14"/>
    <p:sldId id="271" r:id="rId15"/>
    <p:sldId id="268" r:id="rId16"/>
    <p:sldId id="270" r:id="rId17"/>
    <p:sldId id="272" r:id="rId18"/>
    <p:sldId id="279" r:id="rId19"/>
    <p:sldId id="280" r:id="rId20"/>
    <p:sldId id="282" r:id="rId21"/>
    <p:sldId id="283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02.01.2026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356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02.01.2026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923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02.01.2026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533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02.01.2026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332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02.01.2026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16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02.01.2026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032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02.01.2026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83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02.01.2026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000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3641196-B1EE-476A-816C-A7EC464DD4F1}" type="datetimeFigureOut">
              <a:rPr lang="ru-RU" smtClean="0"/>
              <a:t>02.01.2026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041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02.01.2026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77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1196-B1EE-476A-816C-A7EC464DD4F1}" type="datetimeFigureOut">
              <a:rPr lang="ru-RU" smtClean="0"/>
              <a:t>02.01.2026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356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3641196-B1EE-476A-816C-A7EC464DD4F1}" type="datetimeFigureOut">
              <a:rPr lang="ru-RU" smtClean="0"/>
              <a:t>02.01.2026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B79837E-BD26-434D-9F3A-0BBB61C739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86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B697F-541B-AA82-EE65-0B27E0B4F9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№4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07F943-5431-0E6D-B5D6-1255119D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0188" y="4220569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Талебу Тенке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4177279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CF61C-B427-B9AB-DB53-A584239B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7EBCFB-F1BB-E26B-A11B-6691C55FE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3684" y="3429000"/>
            <a:ext cx="7729728" cy="310198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Установить и настроить GNS3 и сопутствующее программное обеспечение.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066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CF61C-B427-B9AB-DB53-A584239B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7EBCFB-F1BB-E26B-A11B-6691C55FE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Установить GNS3-all-in-one, GNS3 VM, проверить корректность запуска;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045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CF61C-B427-B9AB-DB53-A584239B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ru-RU" sz="2000" dirty="0"/>
              <a:t>Выполнение лабораторной работы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DF8E7F-92DE-338E-08D0-982855D871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657" b="47524"/>
          <a:stretch/>
        </p:blipFill>
        <p:spPr>
          <a:xfrm>
            <a:off x="1143979" y="2218293"/>
            <a:ext cx="6227064" cy="2429355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57EBCFB-F1BB-E26B-A11B-6691C55FE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2677" y="2939601"/>
            <a:ext cx="3063765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Установка </a:t>
            </a:r>
            <a:r>
              <a:rPr lang="en-US" sz="1600" dirty="0"/>
              <a:t>GNS3 </a:t>
            </a:r>
            <a:r>
              <a:rPr lang="ru-RU" sz="1600" dirty="0"/>
              <a:t>через терминал с помощью команды </a:t>
            </a:r>
            <a:r>
              <a:rPr lang="ru-RU" sz="1600" dirty="0" err="1">
                <a:effectLst/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choco</a:t>
            </a:r>
            <a:r>
              <a:rPr lang="ru-RU" sz="1600" dirty="0">
                <a:effectLst/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effectLst/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install</a:t>
            </a:r>
            <a:r>
              <a:rPr lang="ru-RU" sz="1600" dirty="0">
                <a:effectLst/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gns3 –y</a:t>
            </a:r>
          </a:p>
          <a:p>
            <a:pPr marL="0" indent="0">
              <a:buNone/>
            </a:pPr>
            <a:endParaRPr lang="ru-RU" dirty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04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екст, электроника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AA62305-A95E-E9F2-32D1-381E60898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867" y="900974"/>
            <a:ext cx="7856332" cy="6070802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81EE033E-80AE-B1BF-7FC6-F0CDE5068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715" y="257808"/>
            <a:ext cx="12625137" cy="52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Надпись 9">
            <a:extLst>
              <a:ext uri="{FF2B5EF4-FFF2-40B4-BE49-F238E27FC236}">
                <a16:creationId xmlns:a16="http://schemas.microsoft.com/office/drawing/2014/main" id="{55A0C5D5-9D7F-E4E0-07FF-A04CE18BB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3332163"/>
            <a:ext cx="3651250" cy="2762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1" u="none" strike="noStrike" cap="none" normalizeH="0" baseline="0">
                <a:ln>
                  <a:noFill/>
                </a:ln>
                <a:solidFill>
                  <a:srgbClr val="4454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Рисунок 2. Графическое окно </a:t>
            </a:r>
            <a:r>
              <a:rPr kumimoji="0" lang="en-US" altLang="ru-RU" sz="900" b="0" i="1" u="none" strike="noStrike" cap="none" normalizeH="0" baseline="0">
                <a:ln>
                  <a:noFill/>
                </a:ln>
                <a:solidFill>
                  <a:srgbClr val="4454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GNS3 Setup</a:t>
            </a:r>
            <a:endParaRPr kumimoji="0" lang="en-US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370770C9-CE4C-440E-D0D3-8E0E12588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509" y="-336191"/>
            <a:ext cx="6489662" cy="112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 заменил версию и переустановил 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94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Объект 9" descr="Изображение выглядит как текст, электроника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ADC23C9-1D37-B29C-AE47-CDF4A5703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9731" y="130565"/>
            <a:ext cx="8556606" cy="667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27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9CBC1A-FD6D-1733-CD29-2F9211D72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0323" y="740203"/>
            <a:ext cx="6571354" cy="567877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Загрузка</a:t>
            </a: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GNS3 VM </a:t>
            </a:r>
            <a:r>
              <a:rPr lang="en-US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VMWare</a:t>
            </a:r>
            <a:br>
              <a:rPr lang="ru-RU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dirty="0"/>
              <a:t>Я заменил версию 2.2.43 на 3.0.5 и переустановил 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Рисунок 3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6818ACC0-457F-53CC-DD03-704DCE35D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67" y="1348755"/>
            <a:ext cx="10921466" cy="188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05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Объект 7" descr="Изображение выглядит как текст, электроника, снимок экрана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A4F4C91-E618-0E4E-5A58-C3EBA6DAF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69" y="-1"/>
            <a:ext cx="8823089" cy="687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88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98D0D-B6B1-8FF1-91AA-2E6F1A47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B5F9D8-E794-C616-1EF8-43132961C1A4}"/>
              </a:ext>
            </a:extLst>
          </p:cNvPr>
          <p:cNvSpPr txBox="1"/>
          <p:nvPr/>
        </p:nvSpPr>
        <p:spPr>
          <a:xfrm>
            <a:off x="2695194" y="5688535"/>
            <a:ext cx="6801612" cy="536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spcBef>
                <a:spcPts val="1000"/>
              </a:spcBef>
              <a:buClr>
                <a:schemeClr val="accent2"/>
              </a:buClr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Импорт конфигураций</a:t>
            </a:r>
          </a:p>
        </p:txBody>
      </p:sp>
      <p:pic>
        <p:nvPicPr>
          <p:cNvPr id="11" name="Объект 10" descr="Изображение выглядит как текст, снимок экрана, Шриф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0BE698F-097C-D08C-B994-004FA1586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67" y="911897"/>
            <a:ext cx="10921466" cy="275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05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68A5DB3-C806-6E4F-BC72-ED6FF125B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67" y="1171281"/>
            <a:ext cx="10921466" cy="22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65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Объект 6" descr="Изображение выглядит как текст, снимок экрана, программное обеспечение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3C52FD4-3496-4463-81ED-49D5D9D68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82" y="462657"/>
            <a:ext cx="9413871" cy="52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65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BF07D-0EA4-1EB6-B731-030F67CFF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5041AB2-A9B4-4D3F-B120-38E7860A8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334" y="804334"/>
            <a:ext cx="10583332" cy="5249332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Объект 5" descr="Изображение выглядит как текст, снимок экрана,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313EC41-8DBF-E52D-C0B5-824E822BC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648" y="804334"/>
            <a:ext cx="7671523" cy="492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443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55201-893E-DA65-E06E-EDCE4497E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7533C6-6FEB-FAC6-869B-ADE6E2902E76}"/>
              </a:ext>
            </a:extLst>
          </p:cNvPr>
          <p:cNvSpPr txBox="1"/>
          <p:nvPr/>
        </p:nvSpPr>
        <p:spPr>
          <a:xfrm>
            <a:off x="4591132" y="238662"/>
            <a:ext cx="439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Экземпляр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GNS3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VirtualBox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7A242C1-6CD8-4775-6926-185756818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D7D5E2-4311-F3D0-78DA-B8B007536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9" y="228153"/>
            <a:ext cx="11984122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35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Объект 7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9C696F1-1E03-FC6D-A284-9104D3340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2252" y="804333"/>
            <a:ext cx="6081305" cy="645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90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A9A05BC-6054-9518-C555-0B95FC017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Добавление </a:t>
            </a:r>
            <a:r>
              <a:rPr lang="en-US">
                <a:solidFill>
                  <a:schemeClr val="bg1"/>
                </a:solidFill>
                <a:effectLst/>
              </a:rPr>
              <a:t>образа маршрутизатора FRRouting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433B62B-0CB8-D739-2E46-F5FF82CB0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763" y="699803"/>
            <a:ext cx="6250769" cy="529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35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дисплей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B230085-F6B2-F545-B016-AC78319F5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74" y="0"/>
            <a:ext cx="11310776" cy="7165545"/>
          </a:xfrm>
        </p:spPr>
      </p:pic>
    </p:spTree>
    <p:extLst>
      <p:ext uri="{BB962C8B-B14F-4D97-AF65-F5344CB8AC3E}">
        <p14:creationId xmlns:p14="http://schemas.microsoft.com/office/powerpoint/2010/main" val="2315524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число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ADA7F55-4B09-90D1-CF75-DBB83EC226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0" y="-468976"/>
            <a:ext cx="6762750" cy="7795951"/>
          </a:xfrm>
        </p:spPr>
      </p:pic>
    </p:spTree>
    <p:extLst>
      <p:ext uri="{BB962C8B-B14F-4D97-AF65-F5344CB8AC3E}">
        <p14:creationId xmlns:p14="http://schemas.microsoft.com/office/powerpoint/2010/main" val="1559270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E5484-8691-4BCF-793F-12E7C6C23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 descr="Изображение выглядит как текст, снимок экрана, программное обеспечение, веб-страниц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16C9232-32FF-49E6-A961-E80B92788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449" y="1847850"/>
            <a:ext cx="5990154" cy="4438650"/>
          </a:xfrm>
        </p:spPr>
      </p:pic>
    </p:spTree>
    <p:extLst>
      <p:ext uri="{BB962C8B-B14F-4D97-AF65-F5344CB8AC3E}">
        <p14:creationId xmlns:p14="http://schemas.microsoft.com/office/powerpoint/2010/main" val="790880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7689F-A808-4001-BC53-29DA90B6D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9E63B34-8F83-428A-2359-4E9CBD592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246" y="166303"/>
            <a:ext cx="7692342" cy="6525394"/>
          </a:xfrm>
        </p:spPr>
      </p:pic>
    </p:spTree>
    <p:extLst>
      <p:ext uri="{BB962C8B-B14F-4D97-AF65-F5344CB8AC3E}">
        <p14:creationId xmlns:p14="http://schemas.microsoft.com/office/powerpoint/2010/main" val="4194632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B6E75-55D6-BC52-7A4B-2985FDF36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 descr="Изображение выглядит как текст, снимок экрана, программное обеспечение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1AFF65D-E52C-925A-CE4C-855456B20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731" y="0"/>
            <a:ext cx="8264478" cy="7092585"/>
          </a:xfrm>
        </p:spPr>
      </p:pic>
    </p:spTree>
    <p:extLst>
      <p:ext uri="{BB962C8B-B14F-4D97-AF65-F5344CB8AC3E}">
        <p14:creationId xmlns:p14="http://schemas.microsoft.com/office/powerpoint/2010/main" val="2907863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B2DC2-796B-86FC-0A1F-8E6F43ED9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ACF4634-7DFE-DACC-B3F8-9E8DECBBF7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13" y="-3060"/>
            <a:ext cx="7697336" cy="6519909"/>
          </a:xfrm>
        </p:spPr>
      </p:pic>
    </p:spTree>
    <p:extLst>
      <p:ext uri="{BB962C8B-B14F-4D97-AF65-F5344CB8AC3E}">
        <p14:creationId xmlns:p14="http://schemas.microsoft.com/office/powerpoint/2010/main" val="1764434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E6902A-0EA5-29EC-2554-B2B885CF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1134FF-E007-2AF4-738B-3EEF6E307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5977" y="3153597"/>
            <a:ext cx="7729728" cy="3101983"/>
          </a:xfrm>
        </p:spPr>
        <p:txBody>
          <a:bodyPr/>
          <a:lstStyle/>
          <a:p>
            <a:pPr marL="0" indent="0"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процессе выполнения данной лабораторной работы я установил и настроил GNS3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396149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156</TotalTime>
  <Words>100</Words>
  <Application>Microsoft Office PowerPoint</Application>
  <PresentationFormat>Широкоэкранный</PresentationFormat>
  <Paragraphs>19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Arial</vt:lpstr>
      <vt:lpstr>Calibri</vt:lpstr>
      <vt:lpstr>Constantia</vt:lpstr>
      <vt:lpstr>Corbel</vt:lpstr>
      <vt:lpstr>Gill Sans MT</vt:lpstr>
      <vt:lpstr>Times New Roman</vt:lpstr>
      <vt:lpstr>Посылка</vt:lpstr>
      <vt:lpstr>Лабораторная работа №4</vt:lpstr>
      <vt:lpstr>Цель работы</vt:lpstr>
      <vt:lpstr>Задание</vt:lpstr>
      <vt:lpstr>Выполнение лабораторной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Выполнение лабораторной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№4</dc:title>
  <dc:creator>Беличева Дарья Михайловна</dc:creator>
  <cp:lastModifiedBy>Талебу Тенке Франк Устон</cp:lastModifiedBy>
  <cp:revision>17</cp:revision>
  <dcterms:created xsi:type="dcterms:W3CDTF">2023-09-28T20:44:09Z</dcterms:created>
  <dcterms:modified xsi:type="dcterms:W3CDTF">2026-01-02T16:40:52Z</dcterms:modified>
</cp:coreProperties>
</file>